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50441B-D489-4115-AD6A-FBEB363529C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DD1891E-18A9-4201-94C3-86F2D9A021EE}">
      <dgm:prSet/>
      <dgm:spPr/>
      <dgm:t>
        <a:bodyPr/>
        <a:lstStyle/>
        <a:p>
          <a:pPr>
            <a:defRPr cap="all"/>
          </a:pPr>
          <a:r>
            <a:rPr lang="en-US"/>
            <a:t>• Churn represents a meaningful share of customers</a:t>
          </a:r>
        </a:p>
      </dgm:t>
    </dgm:pt>
    <dgm:pt modelId="{C457430F-B97A-4B68-BBEC-203EC15C6010}" type="parTrans" cxnId="{889BD277-1ACC-41C6-842A-56614836386F}">
      <dgm:prSet/>
      <dgm:spPr/>
      <dgm:t>
        <a:bodyPr/>
        <a:lstStyle/>
        <a:p>
          <a:endParaRPr lang="en-US"/>
        </a:p>
      </dgm:t>
    </dgm:pt>
    <dgm:pt modelId="{C6BA32BC-B1EE-478B-AA7A-729F736B337E}" type="sibTrans" cxnId="{889BD277-1ACC-41C6-842A-56614836386F}">
      <dgm:prSet/>
      <dgm:spPr/>
      <dgm:t>
        <a:bodyPr/>
        <a:lstStyle/>
        <a:p>
          <a:endParaRPr lang="en-US"/>
        </a:p>
      </dgm:t>
    </dgm:pt>
    <dgm:pt modelId="{17E78FD5-AFCF-48D2-9F41-B92898F21568}">
      <dgm:prSet/>
      <dgm:spPr/>
      <dgm:t>
        <a:bodyPr/>
        <a:lstStyle/>
        <a:p>
          <a:pPr>
            <a:defRPr cap="all"/>
          </a:pPr>
          <a:r>
            <a:rPr lang="en-US"/>
            <a:t>• Contract type and pricing are primary churn drivers</a:t>
          </a:r>
        </a:p>
      </dgm:t>
    </dgm:pt>
    <dgm:pt modelId="{F509CE9C-393D-4E47-AD22-6AFF164D3B98}" type="parTrans" cxnId="{74811AC6-D790-4B6D-BA62-54B188671FC4}">
      <dgm:prSet/>
      <dgm:spPr/>
      <dgm:t>
        <a:bodyPr/>
        <a:lstStyle/>
        <a:p>
          <a:endParaRPr lang="en-US"/>
        </a:p>
      </dgm:t>
    </dgm:pt>
    <dgm:pt modelId="{A02A2F4E-BE79-450B-A318-BCC663ABB450}" type="sibTrans" cxnId="{74811AC6-D790-4B6D-BA62-54B188671FC4}">
      <dgm:prSet/>
      <dgm:spPr/>
      <dgm:t>
        <a:bodyPr/>
        <a:lstStyle/>
        <a:p>
          <a:endParaRPr lang="en-US"/>
        </a:p>
      </dgm:t>
    </dgm:pt>
    <dgm:pt modelId="{5CA62802-5677-4416-8D72-47736C5549EC}">
      <dgm:prSet/>
      <dgm:spPr/>
      <dgm:t>
        <a:bodyPr/>
        <a:lstStyle/>
        <a:p>
          <a:pPr>
            <a:defRPr cap="all"/>
          </a:pPr>
          <a:r>
            <a:rPr lang="en-US"/>
            <a:t>• High-value customers are disproportionately churning</a:t>
          </a:r>
        </a:p>
      </dgm:t>
    </dgm:pt>
    <dgm:pt modelId="{C0F8701E-3FBF-45E6-98C7-6EE6D416EAFB}" type="parTrans" cxnId="{2A9A8CB0-C251-4D6B-AB9D-B0E5640BF022}">
      <dgm:prSet/>
      <dgm:spPr/>
      <dgm:t>
        <a:bodyPr/>
        <a:lstStyle/>
        <a:p>
          <a:endParaRPr lang="en-US"/>
        </a:p>
      </dgm:t>
    </dgm:pt>
    <dgm:pt modelId="{386F07A3-B4EF-4B51-98B2-0BE8CE15AEAD}" type="sibTrans" cxnId="{2A9A8CB0-C251-4D6B-AB9D-B0E5640BF022}">
      <dgm:prSet/>
      <dgm:spPr/>
      <dgm:t>
        <a:bodyPr/>
        <a:lstStyle/>
        <a:p>
          <a:endParaRPr lang="en-US"/>
        </a:p>
      </dgm:t>
    </dgm:pt>
    <dgm:pt modelId="{B2D37B28-A954-4C41-882C-42C7A5701B36}">
      <dgm:prSet/>
      <dgm:spPr/>
      <dgm:t>
        <a:bodyPr/>
        <a:lstStyle/>
        <a:p>
          <a:pPr>
            <a:defRPr cap="all"/>
          </a:pPr>
          <a:r>
            <a:rPr lang="en-US"/>
            <a:t>• Targeted retention can significantly improve revenue</a:t>
          </a:r>
        </a:p>
      </dgm:t>
    </dgm:pt>
    <dgm:pt modelId="{29352CE3-9318-4719-9683-6BB70E9826AB}" type="parTrans" cxnId="{FA57BE70-EEA2-482F-9063-2DF51E756A6E}">
      <dgm:prSet/>
      <dgm:spPr/>
      <dgm:t>
        <a:bodyPr/>
        <a:lstStyle/>
        <a:p>
          <a:endParaRPr lang="en-US"/>
        </a:p>
      </dgm:t>
    </dgm:pt>
    <dgm:pt modelId="{74439B15-4DCC-45EC-8DDD-0AC5C45143B0}" type="sibTrans" cxnId="{FA57BE70-EEA2-482F-9063-2DF51E756A6E}">
      <dgm:prSet/>
      <dgm:spPr/>
      <dgm:t>
        <a:bodyPr/>
        <a:lstStyle/>
        <a:p>
          <a:endParaRPr lang="en-US"/>
        </a:p>
      </dgm:t>
    </dgm:pt>
    <dgm:pt modelId="{97CE9F0E-E1B0-4463-8536-5EBE33D3065F}" type="pres">
      <dgm:prSet presAssocID="{7D50441B-D489-4115-AD6A-FBEB363529CC}" presName="root" presStyleCnt="0">
        <dgm:presLayoutVars>
          <dgm:dir/>
          <dgm:resizeHandles val="exact"/>
        </dgm:presLayoutVars>
      </dgm:prSet>
      <dgm:spPr/>
    </dgm:pt>
    <dgm:pt modelId="{21F1FB68-1F8A-4709-A978-B94D5B92915F}" type="pres">
      <dgm:prSet presAssocID="{0DD1891E-18A9-4201-94C3-86F2D9A021EE}" presName="compNode" presStyleCnt="0"/>
      <dgm:spPr/>
    </dgm:pt>
    <dgm:pt modelId="{E69E83AD-2519-48EB-BDB6-FDBED23BDA31}" type="pres">
      <dgm:prSet presAssocID="{0DD1891E-18A9-4201-94C3-86F2D9A021EE}" presName="iconBgRect" presStyleLbl="bgShp" presStyleIdx="0" presStyleCnt="4"/>
      <dgm:spPr/>
    </dgm:pt>
    <dgm:pt modelId="{1E788EE6-F2A4-466E-822C-86DD86D9E121}" type="pres">
      <dgm:prSet presAssocID="{0DD1891E-18A9-4201-94C3-86F2D9A021E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0007EFE-5718-47CC-89C8-0FECB3134960}" type="pres">
      <dgm:prSet presAssocID="{0DD1891E-18A9-4201-94C3-86F2D9A021EE}" presName="spaceRect" presStyleCnt="0"/>
      <dgm:spPr/>
    </dgm:pt>
    <dgm:pt modelId="{308BACC8-A3B0-4FA9-AC9A-01127D3F56E4}" type="pres">
      <dgm:prSet presAssocID="{0DD1891E-18A9-4201-94C3-86F2D9A021EE}" presName="textRect" presStyleLbl="revTx" presStyleIdx="0" presStyleCnt="4">
        <dgm:presLayoutVars>
          <dgm:chMax val="1"/>
          <dgm:chPref val="1"/>
        </dgm:presLayoutVars>
      </dgm:prSet>
      <dgm:spPr/>
    </dgm:pt>
    <dgm:pt modelId="{54003982-04FF-43CF-9118-A2DC4817E751}" type="pres">
      <dgm:prSet presAssocID="{C6BA32BC-B1EE-478B-AA7A-729F736B337E}" presName="sibTrans" presStyleCnt="0"/>
      <dgm:spPr/>
    </dgm:pt>
    <dgm:pt modelId="{2BF1BC5C-93D2-4A43-9174-98294C2FD63F}" type="pres">
      <dgm:prSet presAssocID="{17E78FD5-AFCF-48D2-9F41-B92898F21568}" presName="compNode" presStyleCnt="0"/>
      <dgm:spPr/>
    </dgm:pt>
    <dgm:pt modelId="{F417FBF1-3623-4A26-AB4C-862BBC9E5D66}" type="pres">
      <dgm:prSet presAssocID="{17E78FD5-AFCF-48D2-9F41-B92898F21568}" presName="iconBgRect" presStyleLbl="bgShp" presStyleIdx="1" presStyleCnt="4"/>
      <dgm:spPr/>
    </dgm:pt>
    <dgm:pt modelId="{3B5C5930-E4EB-4C0B-B878-E2463936E3B5}" type="pres">
      <dgm:prSet presAssocID="{17E78FD5-AFCF-48D2-9F41-B92898F2156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0CDA76A4-FC17-4687-B041-A4AE1FAC9090}" type="pres">
      <dgm:prSet presAssocID="{17E78FD5-AFCF-48D2-9F41-B92898F21568}" presName="spaceRect" presStyleCnt="0"/>
      <dgm:spPr/>
    </dgm:pt>
    <dgm:pt modelId="{EB9D1AC1-88C5-40BC-BAE2-7CF1FA88654C}" type="pres">
      <dgm:prSet presAssocID="{17E78FD5-AFCF-48D2-9F41-B92898F21568}" presName="textRect" presStyleLbl="revTx" presStyleIdx="1" presStyleCnt="4">
        <dgm:presLayoutVars>
          <dgm:chMax val="1"/>
          <dgm:chPref val="1"/>
        </dgm:presLayoutVars>
      </dgm:prSet>
      <dgm:spPr/>
    </dgm:pt>
    <dgm:pt modelId="{603BBADE-A4ED-44DA-8B35-68636ED8FEC9}" type="pres">
      <dgm:prSet presAssocID="{A02A2F4E-BE79-450B-A318-BCC663ABB450}" presName="sibTrans" presStyleCnt="0"/>
      <dgm:spPr/>
    </dgm:pt>
    <dgm:pt modelId="{594C7A7E-EAE2-4E33-BF7F-610B6E7D3128}" type="pres">
      <dgm:prSet presAssocID="{5CA62802-5677-4416-8D72-47736C5549EC}" presName="compNode" presStyleCnt="0"/>
      <dgm:spPr/>
    </dgm:pt>
    <dgm:pt modelId="{2773D712-3FC5-489B-8152-64B1FCAFB8E7}" type="pres">
      <dgm:prSet presAssocID="{5CA62802-5677-4416-8D72-47736C5549EC}" presName="iconBgRect" presStyleLbl="bgShp" presStyleIdx="2" presStyleCnt="4"/>
      <dgm:spPr/>
    </dgm:pt>
    <dgm:pt modelId="{75A6E1FF-7541-47A8-8468-F6F7BDD6BD48}" type="pres">
      <dgm:prSet presAssocID="{5CA62802-5677-4416-8D72-47736C5549E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E7097671-9C73-4C04-83EC-88C157483DB4}" type="pres">
      <dgm:prSet presAssocID="{5CA62802-5677-4416-8D72-47736C5549EC}" presName="spaceRect" presStyleCnt="0"/>
      <dgm:spPr/>
    </dgm:pt>
    <dgm:pt modelId="{0D278CD3-FC82-48CD-B5B3-553D5C296246}" type="pres">
      <dgm:prSet presAssocID="{5CA62802-5677-4416-8D72-47736C5549EC}" presName="textRect" presStyleLbl="revTx" presStyleIdx="2" presStyleCnt="4">
        <dgm:presLayoutVars>
          <dgm:chMax val="1"/>
          <dgm:chPref val="1"/>
        </dgm:presLayoutVars>
      </dgm:prSet>
      <dgm:spPr/>
    </dgm:pt>
    <dgm:pt modelId="{BB346E59-63E2-41C6-8118-330C1AFEB24A}" type="pres">
      <dgm:prSet presAssocID="{386F07A3-B4EF-4B51-98B2-0BE8CE15AEAD}" presName="sibTrans" presStyleCnt="0"/>
      <dgm:spPr/>
    </dgm:pt>
    <dgm:pt modelId="{AC7070F6-E185-4BA1-B4E4-772543AE169A}" type="pres">
      <dgm:prSet presAssocID="{B2D37B28-A954-4C41-882C-42C7A5701B36}" presName="compNode" presStyleCnt="0"/>
      <dgm:spPr/>
    </dgm:pt>
    <dgm:pt modelId="{1AB59FCA-E1CB-4A15-AD43-E07F8322182B}" type="pres">
      <dgm:prSet presAssocID="{B2D37B28-A954-4C41-882C-42C7A5701B36}" presName="iconBgRect" presStyleLbl="bgShp" presStyleIdx="3" presStyleCnt="4"/>
      <dgm:spPr/>
    </dgm:pt>
    <dgm:pt modelId="{DD24D32C-70D8-4E4C-95B2-558D2079C75F}" type="pres">
      <dgm:prSet presAssocID="{B2D37B28-A954-4C41-882C-42C7A5701B3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7CE2C7A-15E1-4FCE-B54F-B8CAD36301FD}" type="pres">
      <dgm:prSet presAssocID="{B2D37B28-A954-4C41-882C-42C7A5701B36}" presName="spaceRect" presStyleCnt="0"/>
      <dgm:spPr/>
    </dgm:pt>
    <dgm:pt modelId="{BBCFC1BA-CB6C-45E5-98BF-56449FA7D9BB}" type="pres">
      <dgm:prSet presAssocID="{B2D37B28-A954-4C41-882C-42C7A5701B3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8829E01-291B-42FD-A43D-27DF10EE47BC}" type="presOf" srcId="{7D50441B-D489-4115-AD6A-FBEB363529CC}" destId="{97CE9F0E-E1B0-4463-8536-5EBE33D3065F}" srcOrd="0" destOrd="0" presId="urn:microsoft.com/office/officeart/2018/5/layout/IconCircleLabelList"/>
    <dgm:cxn modelId="{FA57BE70-EEA2-482F-9063-2DF51E756A6E}" srcId="{7D50441B-D489-4115-AD6A-FBEB363529CC}" destId="{B2D37B28-A954-4C41-882C-42C7A5701B36}" srcOrd="3" destOrd="0" parTransId="{29352CE3-9318-4719-9683-6BB70E9826AB}" sibTransId="{74439B15-4DCC-45EC-8DDD-0AC5C45143B0}"/>
    <dgm:cxn modelId="{889BD277-1ACC-41C6-842A-56614836386F}" srcId="{7D50441B-D489-4115-AD6A-FBEB363529CC}" destId="{0DD1891E-18A9-4201-94C3-86F2D9A021EE}" srcOrd="0" destOrd="0" parTransId="{C457430F-B97A-4B68-BBEC-203EC15C6010}" sibTransId="{C6BA32BC-B1EE-478B-AA7A-729F736B337E}"/>
    <dgm:cxn modelId="{27C7FD90-C3D7-4B0B-A2C6-B762081A592C}" type="presOf" srcId="{5CA62802-5677-4416-8D72-47736C5549EC}" destId="{0D278CD3-FC82-48CD-B5B3-553D5C296246}" srcOrd="0" destOrd="0" presId="urn:microsoft.com/office/officeart/2018/5/layout/IconCircleLabelList"/>
    <dgm:cxn modelId="{C4C597AA-55C7-47BD-A2FB-AE66F037A29E}" type="presOf" srcId="{B2D37B28-A954-4C41-882C-42C7A5701B36}" destId="{BBCFC1BA-CB6C-45E5-98BF-56449FA7D9BB}" srcOrd="0" destOrd="0" presId="urn:microsoft.com/office/officeart/2018/5/layout/IconCircleLabelList"/>
    <dgm:cxn modelId="{2A9A8CB0-C251-4D6B-AB9D-B0E5640BF022}" srcId="{7D50441B-D489-4115-AD6A-FBEB363529CC}" destId="{5CA62802-5677-4416-8D72-47736C5549EC}" srcOrd="2" destOrd="0" parTransId="{C0F8701E-3FBF-45E6-98C7-6EE6D416EAFB}" sibTransId="{386F07A3-B4EF-4B51-98B2-0BE8CE15AEAD}"/>
    <dgm:cxn modelId="{74811AC6-D790-4B6D-BA62-54B188671FC4}" srcId="{7D50441B-D489-4115-AD6A-FBEB363529CC}" destId="{17E78FD5-AFCF-48D2-9F41-B92898F21568}" srcOrd="1" destOrd="0" parTransId="{F509CE9C-393D-4E47-AD22-6AFF164D3B98}" sibTransId="{A02A2F4E-BE79-450B-A318-BCC663ABB450}"/>
    <dgm:cxn modelId="{0D0B77D4-EFA1-4D10-A4A3-74A30797513D}" type="presOf" srcId="{0DD1891E-18A9-4201-94C3-86F2D9A021EE}" destId="{308BACC8-A3B0-4FA9-AC9A-01127D3F56E4}" srcOrd="0" destOrd="0" presId="urn:microsoft.com/office/officeart/2018/5/layout/IconCircleLabelList"/>
    <dgm:cxn modelId="{A64D0FD9-13FB-4B84-BEB1-1521DF3BC995}" type="presOf" srcId="{17E78FD5-AFCF-48D2-9F41-B92898F21568}" destId="{EB9D1AC1-88C5-40BC-BAE2-7CF1FA88654C}" srcOrd="0" destOrd="0" presId="urn:microsoft.com/office/officeart/2018/5/layout/IconCircleLabelList"/>
    <dgm:cxn modelId="{8F7AB251-49F4-4C90-8460-2B7BDAC9D4ED}" type="presParOf" srcId="{97CE9F0E-E1B0-4463-8536-5EBE33D3065F}" destId="{21F1FB68-1F8A-4709-A978-B94D5B92915F}" srcOrd="0" destOrd="0" presId="urn:microsoft.com/office/officeart/2018/5/layout/IconCircleLabelList"/>
    <dgm:cxn modelId="{A3C631B4-92EC-4DE7-A76A-F3F81701F524}" type="presParOf" srcId="{21F1FB68-1F8A-4709-A978-B94D5B92915F}" destId="{E69E83AD-2519-48EB-BDB6-FDBED23BDA31}" srcOrd="0" destOrd="0" presId="urn:microsoft.com/office/officeart/2018/5/layout/IconCircleLabelList"/>
    <dgm:cxn modelId="{F8DA717B-A2B5-473E-82FE-3C3C1D8E1604}" type="presParOf" srcId="{21F1FB68-1F8A-4709-A978-B94D5B92915F}" destId="{1E788EE6-F2A4-466E-822C-86DD86D9E121}" srcOrd="1" destOrd="0" presId="urn:microsoft.com/office/officeart/2018/5/layout/IconCircleLabelList"/>
    <dgm:cxn modelId="{E5C6200E-10CC-47E8-A0A8-8ABF3C148789}" type="presParOf" srcId="{21F1FB68-1F8A-4709-A978-B94D5B92915F}" destId="{00007EFE-5718-47CC-89C8-0FECB3134960}" srcOrd="2" destOrd="0" presId="urn:microsoft.com/office/officeart/2018/5/layout/IconCircleLabelList"/>
    <dgm:cxn modelId="{C842E8DF-7FED-41FD-BA41-76E8209ADD4B}" type="presParOf" srcId="{21F1FB68-1F8A-4709-A978-B94D5B92915F}" destId="{308BACC8-A3B0-4FA9-AC9A-01127D3F56E4}" srcOrd="3" destOrd="0" presId="urn:microsoft.com/office/officeart/2018/5/layout/IconCircleLabelList"/>
    <dgm:cxn modelId="{C44A843A-7E11-4DFE-A96A-FCD9278C5B60}" type="presParOf" srcId="{97CE9F0E-E1B0-4463-8536-5EBE33D3065F}" destId="{54003982-04FF-43CF-9118-A2DC4817E751}" srcOrd="1" destOrd="0" presId="urn:microsoft.com/office/officeart/2018/5/layout/IconCircleLabelList"/>
    <dgm:cxn modelId="{44B02DF7-3E20-46A4-85D6-2AB246E09EEF}" type="presParOf" srcId="{97CE9F0E-E1B0-4463-8536-5EBE33D3065F}" destId="{2BF1BC5C-93D2-4A43-9174-98294C2FD63F}" srcOrd="2" destOrd="0" presId="urn:microsoft.com/office/officeart/2018/5/layout/IconCircleLabelList"/>
    <dgm:cxn modelId="{98E6B765-1310-41DC-836C-07ED4DFDF13A}" type="presParOf" srcId="{2BF1BC5C-93D2-4A43-9174-98294C2FD63F}" destId="{F417FBF1-3623-4A26-AB4C-862BBC9E5D66}" srcOrd="0" destOrd="0" presId="urn:microsoft.com/office/officeart/2018/5/layout/IconCircleLabelList"/>
    <dgm:cxn modelId="{D04C255E-74F3-4255-9200-90ED4A52046B}" type="presParOf" srcId="{2BF1BC5C-93D2-4A43-9174-98294C2FD63F}" destId="{3B5C5930-E4EB-4C0B-B878-E2463936E3B5}" srcOrd="1" destOrd="0" presId="urn:microsoft.com/office/officeart/2018/5/layout/IconCircleLabelList"/>
    <dgm:cxn modelId="{30EEEB62-B373-4B01-BC26-4A45DD97C75F}" type="presParOf" srcId="{2BF1BC5C-93D2-4A43-9174-98294C2FD63F}" destId="{0CDA76A4-FC17-4687-B041-A4AE1FAC9090}" srcOrd="2" destOrd="0" presId="urn:microsoft.com/office/officeart/2018/5/layout/IconCircleLabelList"/>
    <dgm:cxn modelId="{2C059EE7-B849-4BDB-948E-0A5F927BEF5D}" type="presParOf" srcId="{2BF1BC5C-93D2-4A43-9174-98294C2FD63F}" destId="{EB9D1AC1-88C5-40BC-BAE2-7CF1FA88654C}" srcOrd="3" destOrd="0" presId="urn:microsoft.com/office/officeart/2018/5/layout/IconCircleLabelList"/>
    <dgm:cxn modelId="{011D81E7-170F-4D4A-91F1-5AE42072BA9B}" type="presParOf" srcId="{97CE9F0E-E1B0-4463-8536-5EBE33D3065F}" destId="{603BBADE-A4ED-44DA-8B35-68636ED8FEC9}" srcOrd="3" destOrd="0" presId="urn:microsoft.com/office/officeart/2018/5/layout/IconCircleLabelList"/>
    <dgm:cxn modelId="{3AB9E784-48D7-40FF-B026-5EAE2CC7E847}" type="presParOf" srcId="{97CE9F0E-E1B0-4463-8536-5EBE33D3065F}" destId="{594C7A7E-EAE2-4E33-BF7F-610B6E7D3128}" srcOrd="4" destOrd="0" presId="urn:microsoft.com/office/officeart/2018/5/layout/IconCircleLabelList"/>
    <dgm:cxn modelId="{3830CD47-ACEB-493B-B7A8-F676A72E1F37}" type="presParOf" srcId="{594C7A7E-EAE2-4E33-BF7F-610B6E7D3128}" destId="{2773D712-3FC5-489B-8152-64B1FCAFB8E7}" srcOrd="0" destOrd="0" presId="urn:microsoft.com/office/officeart/2018/5/layout/IconCircleLabelList"/>
    <dgm:cxn modelId="{76644B3C-D56E-44D9-ACA8-97B156410EE7}" type="presParOf" srcId="{594C7A7E-EAE2-4E33-BF7F-610B6E7D3128}" destId="{75A6E1FF-7541-47A8-8468-F6F7BDD6BD48}" srcOrd="1" destOrd="0" presId="urn:microsoft.com/office/officeart/2018/5/layout/IconCircleLabelList"/>
    <dgm:cxn modelId="{9A722902-1AD2-4C66-AC97-0F5006A8BA75}" type="presParOf" srcId="{594C7A7E-EAE2-4E33-BF7F-610B6E7D3128}" destId="{E7097671-9C73-4C04-83EC-88C157483DB4}" srcOrd="2" destOrd="0" presId="urn:microsoft.com/office/officeart/2018/5/layout/IconCircleLabelList"/>
    <dgm:cxn modelId="{5DAA3D32-A797-474B-9C31-6E829A7D3D76}" type="presParOf" srcId="{594C7A7E-EAE2-4E33-BF7F-610B6E7D3128}" destId="{0D278CD3-FC82-48CD-B5B3-553D5C296246}" srcOrd="3" destOrd="0" presId="urn:microsoft.com/office/officeart/2018/5/layout/IconCircleLabelList"/>
    <dgm:cxn modelId="{932BCD9E-E028-44DA-8E4B-484AFA61DD59}" type="presParOf" srcId="{97CE9F0E-E1B0-4463-8536-5EBE33D3065F}" destId="{BB346E59-63E2-41C6-8118-330C1AFEB24A}" srcOrd="5" destOrd="0" presId="urn:microsoft.com/office/officeart/2018/5/layout/IconCircleLabelList"/>
    <dgm:cxn modelId="{1CA876B4-5223-49A6-9296-6B596680578B}" type="presParOf" srcId="{97CE9F0E-E1B0-4463-8536-5EBE33D3065F}" destId="{AC7070F6-E185-4BA1-B4E4-772543AE169A}" srcOrd="6" destOrd="0" presId="urn:microsoft.com/office/officeart/2018/5/layout/IconCircleLabelList"/>
    <dgm:cxn modelId="{D4F0859C-9337-441F-A700-D4962EF73DCA}" type="presParOf" srcId="{AC7070F6-E185-4BA1-B4E4-772543AE169A}" destId="{1AB59FCA-E1CB-4A15-AD43-E07F8322182B}" srcOrd="0" destOrd="0" presId="urn:microsoft.com/office/officeart/2018/5/layout/IconCircleLabelList"/>
    <dgm:cxn modelId="{0BB50CEA-62AC-47AB-9F81-F3445672FEFB}" type="presParOf" srcId="{AC7070F6-E185-4BA1-B4E4-772543AE169A}" destId="{DD24D32C-70D8-4E4C-95B2-558D2079C75F}" srcOrd="1" destOrd="0" presId="urn:microsoft.com/office/officeart/2018/5/layout/IconCircleLabelList"/>
    <dgm:cxn modelId="{48309123-C056-4ECB-B05E-FE2B7721F9EE}" type="presParOf" srcId="{AC7070F6-E185-4BA1-B4E4-772543AE169A}" destId="{37CE2C7A-15E1-4FCE-B54F-B8CAD36301FD}" srcOrd="2" destOrd="0" presId="urn:microsoft.com/office/officeart/2018/5/layout/IconCircleLabelList"/>
    <dgm:cxn modelId="{D48C45CD-E261-45E8-976C-417C4CF1E922}" type="presParOf" srcId="{AC7070F6-E185-4BA1-B4E4-772543AE169A}" destId="{BBCFC1BA-CB6C-45E5-98BF-56449FA7D9B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2C0DA5-0C4A-400E-908D-580C4D0666A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D2FD8B6-EA90-4B1C-8E18-C7BBB8A2DA9F}">
      <dgm:prSet/>
      <dgm:spPr/>
      <dgm:t>
        <a:bodyPr/>
        <a:lstStyle/>
        <a:p>
          <a:r>
            <a:rPr lang="en-US"/>
            <a:t>The company operates in a competitive telecom market.</a:t>
          </a:r>
        </a:p>
      </dgm:t>
    </dgm:pt>
    <dgm:pt modelId="{18225945-6359-48D8-AD6D-E6E154A4E034}" type="parTrans" cxnId="{46509775-74F6-4B83-BC9E-55AF791323F4}">
      <dgm:prSet/>
      <dgm:spPr/>
      <dgm:t>
        <a:bodyPr/>
        <a:lstStyle/>
        <a:p>
          <a:endParaRPr lang="en-US"/>
        </a:p>
      </dgm:t>
    </dgm:pt>
    <dgm:pt modelId="{DE3A5EF3-A0E0-4DCB-A481-11A0A42EC0E0}" type="sibTrans" cxnId="{46509775-74F6-4B83-BC9E-55AF791323F4}">
      <dgm:prSet/>
      <dgm:spPr/>
      <dgm:t>
        <a:bodyPr/>
        <a:lstStyle/>
        <a:p>
          <a:endParaRPr lang="en-US"/>
        </a:p>
      </dgm:t>
    </dgm:pt>
    <dgm:pt modelId="{4C3B6EBF-73AF-4158-8383-EE1649CA5BE3}">
      <dgm:prSet/>
      <dgm:spPr/>
      <dgm:t>
        <a:bodyPr/>
        <a:lstStyle/>
        <a:p>
          <a:r>
            <a:rPr lang="en-US"/>
            <a:t>Problem:</a:t>
          </a:r>
        </a:p>
      </dgm:t>
    </dgm:pt>
    <dgm:pt modelId="{76663497-7F40-423A-A213-701431BBD8EC}" type="parTrans" cxnId="{E2E76780-9BD2-4928-87EA-2108E2844C1B}">
      <dgm:prSet/>
      <dgm:spPr/>
      <dgm:t>
        <a:bodyPr/>
        <a:lstStyle/>
        <a:p>
          <a:endParaRPr lang="en-US"/>
        </a:p>
      </dgm:t>
    </dgm:pt>
    <dgm:pt modelId="{5136B188-2C32-4A60-BCA6-9353450928EA}" type="sibTrans" cxnId="{E2E76780-9BD2-4928-87EA-2108E2844C1B}">
      <dgm:prSet/>
      <dgm:spPr/>
      <dgm:t>
        <a:bodyPr/>
        <a:lstStyle/>
        <a:p>
          <a:endParaRPr lang="en-US"/>
        </a:p>
      </dgm:t>
    </dgm:pt>
    <dgm:pt modelId="{D28C7545-E422-4B97-A7D9-A46DE680D59A}">
      <dgm:prSet/>
      <dgm:spPr/>
      <dgm:t>
        <a:bodyPr/>
        <a:lstStyle/>
        <a:p>
          <a:r>
            <a:rPr lang="en-US"/>
            <a:t>Customer churn threatens revenue stability.</a:t>
          </a:r>
        </a:p>
      </dgm:t>
    </dgm:pt>
    <dgm:pt modelId="{18C9EB89-B2F3-4DDB-A70B-5D1873CBE40A}" type="parTrans" cxnId="{B07FF459-83A5-4652-B959-CE2409BE4EDD}">
      <dgm:prSet/>
      <dgm:spPr/>
      <dgm:t>
        <a:bodyPr/>
        <a:lstStyle/>
        <a:p>
          <a:endParaRPr lang="en-US"/>
        </a:p>
      </dgm:t>
    </dgm:pt>
    <dgm:pt modelId="{B4AAE734-8B36-45CC-8842-6737CDAC8E1B}" type="sibTrans" cxnId="{B07FF459-83A5-4652-B959-CE2409BE4EDD}">
      <dgm:prSet/>
      <dgm:spPr/>
      <dgm:t>
        <a:bodyPr/>
        <a:lstStyle/>
        <a:p>
          <a:endParaRPr lang="en-US"/>
        </a:p>
      </dgm:t>
    </dgm:pt>
    <dgm:pt modelId="{47BFF4EA-309D-4391-B543-EB450C75A77F}">
      <dgm:prSet/>
      <dgm:spPr/>
      <dgm:t>
        <a:bodyPr/>
        <a:lstStyle/>
        <a:p>
          <a:r>
            <a:rPr lang="en-US"/>
            <a:t>Objective:</a:t>
          </a:r>
        </a:p>
      </dgm:t>
    </dgm:pt>
    <dgm:pt modelId="{B5D542B6-9E0E-4BF0-8812-6233014F8020}" type="parTrans" cxnId="{7ABCCDB6-CBCC-43D6-9735-CF437C3962CF}">
      <dgm:prSet/>
      <dgm:spPr/>
      <dgm:t>
        <a:bodyPr/>
        <a:lstStyle/>
        <a:p>
          <a:endParaRPr lang="en-US"/>
        </a:p>
      </dgm:t>
    </dgm:pt>
    <dgm:pt modelId="{7FC10385-48F7-4EBC-B962-A97271004262}" type="sibTrans" cxnId="{7ABCCDB6-CBCC-43D6-9735-CF437C3962CF}">
      <dgm:prSet/>
      <dgm:spPr/>
      <dgm:t>
        <a:bodyPr/>
        <a:lstStyle/>
        <a:p>
          <a:endParaRPr lang="en-US"/>
        </a:p>
      </dgm:t>
    </dgm:pt>
    <dgm:pt modelId="{88992A35-1CB8-436F-9B92-4D4F0057E2C3}">
      <dgm:prSet/>
      <dgm:spPr/>
      <dgm:t>
        <a:bodyPr/>
        <a:lstStyle/>
        <a:p>
          <a:r>
            <a:rPr lang="en-US"/>
            <a:t>Identify churn drivers and recommend retention strategies.</a:t>
          </a:r>
        </a:p>
      </dgm:t>
    </dgm:pt>
    <dgm:pt modelId="{D644A4E4-F562-484F-A280-59B2E8E5AE61}" type="parTrans" cxnId="{BAEE497A-16B9-4EF5-AD87-531AA5C15B2D}">
      <dgm:prSet/>
      <dgm:spPr/>
      <dgm:t>
        <a:bodyPr/>
        <a:lstStyle/>
        <a:p>
          <a:endParaRPr lang="en-US"/>
        </a:p>
      </dgm:t>
    </dgm:pt>
    <dgm:pt modelId="{D974E594-18DA-405F-870F-6F9AA4F01B66}" type="sibTrans" cxnId="{BAEE497A-16B9-4EF5-AD87-531AA5C15B2D}">
      <dgm:prSet/>
      <dgm:spPr/>
      <dgm:t>
        <a:bodyPr/>
        <a:lstStyle/>
        <a:p>
          <a:endParaRPr lang="en-US"/>
        </a:p>
      </dgm:t>
    </dgm:pt>
    <dgm:pt modelId="{2910C7A8-EE18-4873-876A-F315DC2B7BB2}" type="pres">
      <dgm:prSet presAssocID="{352C0DA5-0C4A-400E-908D-580C4D0666AA}" presName="root" presStyleCnt="0">
        <dgm:presLayoutVars>
          <dgm:dir/>
          <dgm:resizeHandles val="exact"/>
        </dgm:presLayoutVars>
      </dgm:prSet>
      <dgm:spPr/>
    </dgm:pt>
    <dgm:pt modelId="{36C84921-649A-4CE5-A45E-0816D1886F26}" type="pres">
      <dgm:prSet presAssocID="{3D2FD8B6-EA90-4B1C-8E18-C7BBB8A2DA9F}" presName="compNode" presStyleCnt="0"/>
      <dgm:spPr/>
    </dgm:pt>
    <dgm:pt modelId="{D92EF774-C306-42E3-812F-7B7EBF4B757B}" type="pres">
      <dgm:prSet presAssocID="{3D2FD8B6-EA90-4B1C-8E18-C7BBB8A2DA9F}" presName="bgRect" presStyleLbl="bgShp" presStyleIdx="0" presStyleCnt="5"/>
      <dgm:spPr/>
    </dgm:pt>
    <dgm:pt modelId="{10FCECB8-1115-4A00-A51B-B2D6925FE598}" type="pres">
      <dgm:prSet presAssocID="{3D2FD8B6-EA90-4B1C-8E18-C7BBB8A2DA9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63783B0-52F9-463D-A964-8083D4984FEF}" type="pres">
      <dgm:prSet presAssocID="{3D2FD8B6-EA90-4B1C-8E18-C7BBB8A2DA9F}" presName="spaceRect" presStyleCnt="0"/>
      <dgm:spPr/>
    </dgm:pt>
    <dgm:pt modelId="{D2D0A362-F7B1-4585-B457-1D148CA2E683}" type="pres">
      <dgm:prSet presAssocID="{3D2FD8B6-EA90-4B1C-8E18-C7BBB8A2DA9F}" presName="parTx" presStyleLbl="revTx" presStyleIdx="0" presStyleCnt="5">
        <dgm:presLayoutVars>
          <dgm:chMax val="0"/>
          <dgm:chPref val="0"/>
        </dgm:presLayoutVars>
      </dgm:prSet>
      <dgm:spPr/>
    </dgm:pt>
    <dgm:pt modelId="{610C48ED-072E-4D53-A0AB-68E5042F0B78}" type="pres">
      <dgm:prSet presAssocID="{DE3A5EF3-A0E0-4DCB-A481-11A0A42EC0E0}" presName="sibTrans" presStyleCnt="0"/>
      <dgm:spPr/>
    </dgm:pt>
    <dgm:pt modelId="{76C7CF83-095D-41DB-A8EF-0A24617CB812}" type="pres">
      <dgm:prSet presAssocID="{4C3B6EBF-73AF-4158-8383-EE1649CA5BE3}" presName="compNode" presStyleCnt="0"/>
      <dgm:spPr/>
    </dgm:pt>
    <dgm:pt modelId="{B0827D0F-52D1-41D0-B602-25334E443BE2}" type="pres">
      <dgm:prSet presAssocID="{4C3B6EBF-73AF-4158-8383-EE1649CA5BE3}" presName="bgRect" presStyleLbl="bgShp" presStyleIdx="1" presStyleCnt="5"/>
      <dgm:spPr/>
    </dgm:pt>
    <dgm:pt modelId="{6071495F-4BF3-4FCF-A1AF-FBAC18B019DB}" type="pres">
      <dgm:prSet presAssocID="{4C3B6EBF-73AF-4158-8383-EE1649CA5BE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5F85AB42-C463-4742-8F28-FE45031C7FD1}" type="pres">
      <dgm:prSet presAssocID="{4C3B6EBF-73AF-4158-8383-EE1649CA5BE3}" presName="spaceRect" presStyleCnt="0"/>
      <dgm:spPr/>
    </dgm:pt>
    <dgm:pt modelId="{9637C938-7CE9-4542-B250-A18CE218F01F}" type="pres">
      <dgm:prSet presAssocID="{4C3B6EBF-73AF-4158-8383-EE1649CA5BE3}" presName="parTx" presStyleLbl="revTx" presStyleIdx="1" presStyleCnt="5">
        <dgm:presLayoutVars>
          <dgm:chMax val="0"/>
          <dgm:chPref val="0"/>
        </dgm:presLayoutVars>
      </dgm:prSet>
      <dgm:spPr/>
    </dgm:pt>
    <dgm:pt modelId="{3E54B30C-887D-4058-BEB3-D4A5A361FE8B}" type="pres">
      <dgm:prSet presAssocID="{5136B188-2C32-4A60-BCA6-9353450928EA}" presName="sibTrans" presStyleCnt="0"/>
      <dgm:spPr/>
    </dgm:pt>
    <dgm:pt modelId="{CA6951F5-D06D-4BA6-A2BD-7651AA5CB068}" type="pres">
      <dgm:prSet presAssocID="{D28C7545-E422-4B97-A7D9-A46DE680D59A}" presName="compNode" presStyleCnt="0"/>
      <dgm:spPr/>
    </dgm:pt>
    <dgm:pt modelId="{A00E0D46-CDCC-421B-A64B-50974374597F}" type="pres">
      <dgm:prSet presAssocID="{D28C7545-E422-4B97-A7D9-A46DE680D59A}" presName="bgRect" presStyleLbl="bgShp" presStyleIdx="2" presStyleCnt="5"/>
      <dgm:spPr/>
    </dgm:pt>
    <dgm:pt modelId="{ED39DD83-0C9D-4306-9C13-FED968BE0D74}" type="pres">
      <dgm:prSet presAssocID="{D28C7545-E422-4B97-A7D9-A46DE680D59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2B535667-DC62-4332-AC90-2D27AD597564}" type="pres">
      <dgm:prSet presAssocID="{D28C7545-E422-4B97-A7D9-A46DE680D59A}" presName="spaceRect" presStyleCnt="0"/>
      <dgm:spPr/>
    </dgm:pt>
    <dgm:pt modelId="{D88DECBB-A689-4AE4-8364-6B5BE2D1EE7C}" type="pres">
      <dgm:prSet presAssocID="{D28C7545-E422-4B97-A7D9-A46DE680D59A}" presName="parTx" presStyleLbl="revTx" presStyleIdx="2" presStyleCnt="5">
        <dgm:presLayoutVars>
          <dgm:chMax val="0"/>
          <dgm:chPref val="0"/>
        </dgm:presLayoutVars>
      </dgm:prSet>
      <dgm:spPr/>
    </dgm:pt>
    <dgm:pt modelId="{ED64F4A1-B7A0-4888-9B4C-14AFF1D9B84C}" type="pres">
      <dgm:prSet presAssocID="{B4AAE734-8B36-45CC-8842-6737CDAC8E1B}" presName="sibTrans" presStyleCnt="0"/>
      <dgm:spPr/>
    </dgm:pt>
    <dgm:pt modelId="{C983C47E-E22E-475A-9678-A5D1D92722C5}" type="pres">
      <dgm:prSet presAssocID="{47BFF4EA-309D-4391-B543-EB450C75A77F}" presName="compNode" presStyleCnt="0"/>
      <dgm:spPr/>
    </dgm:pt>
    <dgm:pt modelId="{35AB9106-9D3F-492D-A864-1766A248310F}" type="pres">
      <dgm:prSet presAssocID="{47BFF4EA-309D-4391-B543-EB450C75A77F}" presName="bgRect" presStyleLbl="bgShp" presStyleIdx="3" presStyleCnt="5"/>
      <dgm:spPr/>
    </dgm:pt>
    <dgm:pt modelId="{552A536C-7F99-4DA7-855D-4651C713D746}" type="pres">
      <dgm:prSet presAssocID="{47BFF4EA-309D-4391-B543-EB450C75A77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8A9CA231-3D56-474B-BD7B-16965756B635}" type="pres">
      <dgm:prSet presAssocID="{47BFF4EA-309D-4391-B543-EB450C75A77F}" presName="spaceRect" presStyleCnt="0"/>
      <dgm:spPr/>
    </dgm:pt>
    <dgm:pt modelId="{1CAB6CCC-FA4C-4C14-B8E8-D37DCE035E1E}" type="pres">
      <dgm:prSet presAssocID="{47BFF4EA-309D-4391-B543-EB450C75A77F}" presName="parTx" presStyleLbl="revTx" presStyleIdx="3" presStyleCnt="5">
        <dgm:presLayoutVars>
          <dgm:chMax val="0"/>
          <dgm:chPref val="0"/>
        </dgm:presLayoutVars>
      </dgm:prSet>
      <dgm:spPr/>
    </dgm:pt>
    <dgm:pt modelId="{563FDE3B-3DC9-4BF9-8089-A79B8A3EA3E5}" type="pres">
      <dgm:prSet presAssocID="{7FC10385-48F7-4EBC-B962-A97271004262}" presName="sibTrans" presStyleCnt="0"/>
      <dgm:spPr/>
    </dgm:pt>
    <dgm:pt modelId="{04771891-449F-4F63-BFBE-EE4A6C9644C2}" type="pres">
      <dgm:prSet presAssocID="{88992A35-1CB8-436F-9B92-4D4F0057E2C3}" presName="compNode" presStyleCnt="0"/>
      <dgm:spPr/>
    </dgm:pt>
    <dgm:pt modelId="{8D83D491-9BCC-4B7F-BB9D-62B353F6A35C}" type="pres">
      <dgm:prSet presAssocID="{88992A35-1CB8-436F-9B92-4D4F0057E2C3}" presName="bgRect" presStyleLbl="bgShp" presStyleIdx="4" presStyleCnt="5"/>
      <dgm:spPr/>
    </dgm:pt>
    <dgm:pt modelId="{0877369B-23DC-4BEB-989B-872A739AFA59}" type="pres">
      <dgm:prSet presAssocID="{88992A35-1CB8-436F-9B92-4D4F0057E2C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0358C2F-A490-4C61-A01B-75B2AC7AFB49}" type="pres">
      <dgm:prSet presAssocID="{88992A35-1CB8-436F-9B92-4D4F0057E2C3}" presName="spaceRect" presStyleCnt="0"/>
      <dgm:spPr/>
    </dgm:pt>
    <dgm:pt modelId="{81D317BF-3BBF-4224-8AD5-1C0DEFE2BA05}" type="pres">
      <dgm:prSet presAssocID="{88992A35-1CB8-436F-9B92-4D4F0057E2C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560EE3D-B10C-414F-A5BB-7F360721BFDB}" type="presOf" srcId="{88992A35-1CB8-436F-9B92-4D4F0057E2C3}" destId="{81D317BF-3BBF-4224-8AD5-1C0DEFE2BA05}" srcOrd="0" destOrd="0" presId="urn:microsoft.com/office/officeart/2018/2/layout/IconVerticalSolidList"/>
    <dgm:cxn modelId="{426E7F63-31E6-4C8A-B3A0-BDCA75AB73F6}" type="presOf" srcId="{352C0DA5-0C4A-400E-908D-580C4D0666AA}" destId="{2910C7A8-EE18-4873-876A-F315DC2B7BB2}" srcOrd="0" destOrd="0" presId="urn:microsoft.com/office/officeart/2018/2/layout/IconVerticalSolidList"/>
    <dgm:cxn modelId="{FDE75953-F083-4018-98C0-BA33BB3E64D4}" type="presOf" srcId="{47BFF4EA-309D-4391-B543-EB450C75A77F}" destId="{1CAB6CCC-FA4C-4C14-B8E8-D37DCE035E1E}" srcOrd="0" destOrd="0" presId="urn:microsoft.com/office/officeart/2018/2/layout/IconVerticalSolidList"/>
    <dgm:cxn modelId="{46509775-74F6-4B83-BC9E-55AF791323F4}" srcId="{352C0DA5-0C4A-400E-908D-580C4D0666AA}" destId="{3D2FD8B6-EA90-4B1C-8E18-C7BBB8A2DA9F}" srcOrd="0" destOrd="0" parTransId="{18225945-6359-48D8-AD6D-E6E154A4E034}" sibTransId="{DE3A5EF3-A0E0-4DCB-A481-11A0A42EC0E0}"/>
    <dgm:cxn modelId="{B07FF459-83A5-4652-B959-CE2409BE4EDD}" srcId="{352C0DA5-0C4A-400E-908D-580C4D0666AA}" destId="{D28C7545-E422-4B97-A7D9-A46DE680D59A}" srcOrd="2" destOrd="0" parTransId="{18C9EB89-B2F3-4DDB-A70B-5D1873CBE40A}" sibTransId="{B4AAE734-8B36-45CC-8842-6737CDAC8E1B}"/>
    <dgm:cxn modelId="{BAEE497A-16B9-4EF5-AD87-531AA5C15B2D}" srcId="{352C0DA5-0C4A-400E-908D-580C4D0666AA}" destId="{88992A35-1CB8-436F-9B92-4D4F0057E2C3}" srcOrd="4" destOrd="0" parTransId="{D644A4E4-F562-484F-A280-59B2E8E5AE61}" sibTransId="{D974E594-18DA-405F-870F-6F9AA4F01B66}"/>
    <dgm:cxn modelId="{E2E76780-9BD2-4928-87EA-2108E2844C1B}" srcId="{352C0DA5-0C4A-400E-908D-580C4D0666AA}" destId="{4C3B6EBF-73AF-4158-8383-EE1649CA5BE3}" srcOrd="1" destOrd="0" parTransId="{76663497-7F40-423A-A213-701431BBD8EC}" sibTransId="{5136B188-2C32-4A60-BCA6-9353450928EA}"/>
    <dgm:cxn modelId="{67B5029F-6BD6-4C73-A45B-5EBD431D9BF7}" type="presOf" srcId="{3D2FD8B6-EA90-4B1C-8E18-C7BBB8A2DA9F}" destId="{D2D0A362-F7B1-4585-B457-1D148CA2E683}" srcOrd="0" destOrd="0" presId="urn:microsoft.com/office/officeart/2018/2/layout/IconVerticalSolidList"/>
    <dgm:cxn modelId="{7ABCCDB6-CBCC-43D6-9735-CF437C3962CF}" srcId="{352C0DA5-0C4A-400E-908D-580C4D0666AA}" destId="{47BFF4EA-309D-4391-B543-EB450C75A77F}" srcOrd="3" destOrd="0" parTransId="{B5D542B6-9E0E-4BF0-8812-6233014F8020}" sibTransId="{7FC10385-48F7-4EBC-B962-A97271004262}"/>
    <dgm:cxn modelId="{AE7544B7-C53D-42EC-94AF-4B64B5A946FA}" type="presOf" srcId="{4C3B6EBF-73AF-4158-8383-EE1649CA5BE3}" destId="{9637C938-7CE9-4542-B250-A18CE218F01F}" srcOrd="0" destOrd="0" presId="urn:microsoft.com/office/officeart/2018/2/layout/IconVerticalSolidList"/>
    <dgm:cxn modelId="{F9B9C9C1-27D1-4343-8234-4EC8B4F92774}" type="presOf" srcId="{D28C7545-E422-4B97-A7D9-A46DE680D59A}" destId="{D88DECBB-A689-4AE4-8364-6B5BE2D1EE7C}" srcOrd="0" destOrd="0" presId="urn:microsoft.com/office/officeart/2018/2/layout/IconVerticalSolidList"/>
    <dgm:cxn modelId="{593C97D0-851B-4BFB-A548-71E33209D232}" type="presParOf" srcId="{2910C7A8-EE18-4873-876A-F315DC2B7BB2}" destId="{36C84921-649A-4CE5-A45E-0816D1886F26}" srcOrd="0" destOrd="0" presId="urn:microsoft.com/office/officeart/2018/2/layout/IconVerticalSolidList"/>
    <dgm:cxn modelId="{7CF28DF8-A007-44C7-A977-2848B7B3085F}" type="presParOf" srcId="{36C84921-649A-4CE5-A45E-0816D1886F26}" destId="{D92EF774-C306-42E3-812F-7B7EBF4B757B}" srcOrd="0" destOrd="0" presId="urn:microsoft.com/office/officeart/2018/2/layout/IconVerticalSolidList"/>
    <dgm:cxn modelId="{E3012C67-85D2-4EF5-9E4D-B7D16F541332}" type="presParOf" srcId="{36C84921-649A-4CE5-A45E-0816D1886F26}" destId="{10FCECB8-1115-4A00-A51B-B2D6925FE598}" srcOrd="1" destOrd="0" presId="urn:microsoft.com/office/officeart/2018/2/layout/IconVerticalSolidList"/>
    <dgm:cxn modelId="{50A44AE4-B2FF-4536-88DA-756D308C7754}" type="presParOf" srcId="{36C84921-649A-4CE5-A45E-0816D1886F26}" destId="{463783B0-52F9-463D-A964-8083D4984FEF}" srcOrd="2" destOrd="0" presId="urn:microsoft.com/office/officeart/2018/2/layout/IconVerticalSolidList"/>
    <dgm:cxn modelId="{79829C3A-6E56-47C7-B264-0F7CFBEA590C}" type="presParOf" srcId="{36C84921-649A-4CE5-A45E-0816D1886F26}" destId="{D2D0A362-F7B1-4585-B457-1D148CA2E683}" srcOrd="3" destOrd="0" presId="urn:microsoft.com/office/officeart/2018/2/layout/IconVerticalSolidList"/>
    <dgm:cxn modelId="{F9F02B55-E442-4BE8-9413-504EAC000A2A}" type="presParOf" srcId="{2910C7A8-EE18-4873-876A-F315DC2B7BB2}" destId="{610C48ED-072E-4D53-A0AB-68E5042F0B78}" srcOrd="1" destOrd="0" presId="urn:microsoft.com/office/officeart/2018/2/layout/IconVerticalSolidList"/>
    <dgm:cxn modelId="{69B10669-274D-41E1-AE3B-4A4967967BEE}" type="presParOf" srcId="{2910C7A8-EE18-4873-876A-F315DC2B7BB2}" destId="{76C7CF83-095D-41DB-A8EF-0A24617CB812}" srcOrd="2" destOrd="0" presId="urn:microsoft.com/office/officeart/2018/2/layout/IconVerticalSolidList"/>
    <dgm:cxn modelId="{212D7EB1-49D7-40FD-BD55-8660B1C1200B}" type="presParOf" srcId="{76C7CF83-095D-41DB-A8EF-0A24617CB812}" destId="{B0827D0F-52D1-41D0-B602-25334E443BE2}" srcOrd="0" destOrd="0" presId="urn:microsoft.com/office/officeart/2018/2/layout/IconVerticalSolidList"/>
    <dgm:cxn modelId="{4C3F57E6-C38F-49B4-B539-FFE678DC8AB9}" type="presParOf" srcId="{76C7CF83-095D-41DB-A8EF-0A24617CB812}" destId="{6071495F-4BF3-4FCF-A1AF-FBAC18B019DB}" srcOrd="1" destOrd="0" presId="urn:microsoft.com/office/officeart/2018/2/layout/IconVerticalSolidList"/>
    <dgm:cxn modelId="{01B02F54-5560-471A-A09F-E822172AAE0A}" type="presParOf" srcId="{76C7CF83-095D-41DB-A8EF-0A24617CB812}" destId="{5F85AB42-C463-4742-8F28-FE45031C7FD1}" srcOrd="2" destOrd="0" presId="urn:microsoft.com/office/officeart/2018/2/layout/IconVerticalSolidList"/>
    <dgm:cxn modelId="{E9DEAC16-D2A0-451F-817F-386138A2E751}" type="presParOf" srcId="{76C7CF83-095D-41DB-A8EF-0A24617CB812}" destId="{9637C938-7CE9-4542-B250-A18CE218F01F}" srcOrd="3" destOrd="0" presId="urn:microsoft.com/office/officeart/2018/2/layout/IconVerticalSolidList"/>
    <dgm:cxn modelId="{3533535F-6510-431B-BD0D-32CC8ACD8476}" type="presParOf" srcId="{2910C7A8-EE18-4873-876A-F315DC2B7BB2}" destId="{3E54B30C-887D-4058-BEB3-D4A5A361FE8B}" srcOrd="3" destOrd="0" presId="urn:microsoft.com/office/officeart/2018/2/layout/IconVerticalSolidList"/>
    <dgm:cxn modelId="{F31EFFEA-859D-40BF-80F6-3851F8A08E9F}" type="presParOf" srcId="{2910C7A8-EE18-4873-876A-F315DC2B7BB2}" destId="{CA6951F5-D06D-4BA6-A2BD-7651AA5CB068}" srcOrd="4" destOrd="0" presId="urn:microsoft.com/office/officeart/2018/2/layout/IconVerticalSolidList"/>
    <dgm:cxn modelId="{BA7D5FB5-CFA3-4FD5-9CBD-9A0FED453515}" type="presParOf" srcId="{CA6951F5-D06D-4BA6-A2BD-7651AA5CB068}" destId="{A00E0D46-CDCC-421B-A64B-50974374597F}" srcOrd="0" destOrd="0" presId="urn:microsoft.com/office/officeart/2018/2/layout/IconVerticalSolidList"/>
    <dgm:cxn modelId="{F9C1851D-E209-45BF-B377-23A10308EEC8}" type="presParOf" srcId="{CA6951F5-D06D-4BA6-A2BD-7651AA5CB068}" destId="{ED39DD83-0C9D-4306-9C13-FED968BE0D74}" srcOrd="1" destOrd="0" presId="urn:microsoft.com/office/officeart/2018/2/layout/IconVerticalSolidList"/>
    <dgm:cxn modelId="{4FAB4754-D70B-4713-A8FF-64E18ACF2F21}" type="presParOf" srcId="{CA6951F5-D06D-4BA6-A2BD-7651AA5CB068}" destId="{2B535667-DC62-4332-AC90-2D27AD597564}" srcOrd="2" destOrd="0" presId="urn:microsoft.com/office/officeart/2018/2/layout/IconVerticalSolidList"/>
    <dgm:cxn modelId="{E6CA6C00-B0E7-411F-83AA-33C6E206D802}" type="presParOf" srcId="{CA6951F5-D06D-4BA6-A2BD-7651AA5CB068}" destId="{D88DECBB-A689-4AE4-8364-6B5BE2D1EE7C}" srcOrd="3" destOrd="0" presId="urn:microsoft.com/office/officeart/2018/2/layout/IconVerticalSolidList"/>
    <dgm:cxn modelId="{AFF956D7-9B87-475F-884C-DD28619EB2F2}" type="presParOf" srcId="{2910C7A8-EE18-4873-876A-F315DC2B7BB2}" destId="{ED64F4A1-B7A0-4888-9B4C-14AFF1D9B84C}" srcOrd="5" destOrd="0" presId="urn:microsoft.com/office/officeart/2018/2/layout/IconVerticalSolidList"/>
    <dgm:cxn modelId="{E9217FF1-C2E3-4AD7-BE1E-4233311D8041}" type="presParOf" srcId="{2910C7A8-EE18-4873-876A-F315DC2B7BB2}" destId="{C983C47E-E22E-475A-9678-A5D1D92722C5}" srcOrd="6" destOrd="0" presId="urn:microsoft.com/office/officeart/2018/2/layout/IconVerticalSolidList"/>
    <dgm:cxn modelId="{8B72FA67-FA75-42FC-BEDE-60B87C364D29}" type="presParOf" srcId="{C983C47E-E22E-475A-9678-A5D1D92722C5}" destId="{35AB9106-9D3F-492D-A864-1766A248310F}" srcOrd="0" destOrd="0" presId="urn:microsoft.com/office/officeart/2018/2/layout/IconVerticalSolidList"/>
    <dgm:cxn modelId="{2FBA339E-619B-4093-9CE7-EAE6948DD41D}" type="presParOf" srcId="{C983C47E-E22E-475A-9678-A5D1D92722C5}" destId="{552A536C-7F99-4DA7-855D-4651C713D746}" srcOrd="1" destOrd="0" presId="urn:microsoft.com/office/officeart/2018/2/layout/IconVerticalSolidList"/>
    <dgm:cxn modelId="{F8807443-5DFB-41E5-99AC-D8CE9F47A2CA}" type="presParOf" srcId="{C983C47E-E22E-475A-9678-A5D1D92722C5}" destId="{8A9CA231-3D56-474B-BD7B-16965756B635}" srcOrd="2" destOrd="0" presId="urn:microsoft.com/office/officeart/2018/2/layout/IconVerticalSolidList"/>
    <dgm:cxn modelId="{74677C21-8CA2-4456-BC10-BA40C73FA1DC}" type="presParOf" srcId="{C983C47E-E22E-475A-9678-A5D1D92722C5}" destId="{1CAB6CCC-FA4C-4C14-B8E8-D37DCE035E1E}" srcOrd="3" destOrd="0" presId="urn:microsoft.com/office/officeart/2018/2/layout/IconVerticalSolidList"/>
    <dgm:cxn modelId="{E4A87768-D781-43BE-8E3D-96F6518C899C}" type="presParOf" srcId="{2910C7A8-EE18-4873-876A-F315DC2B7BB2}" destId="{563FDE3B-3DC9-4BF9-8089-A79B8A3EA3E5}" srcOrd="7" destOrd="0" presId="urn:microsoft.com/office/officeart/2018/2/layout/IconVerticalSolidList"/>
    <dgm:cxn modelId="{8900584F-11CC-4FA6-A297-4EC961BFDD01}" type="presParOf" srcId="{2910C7A8-EE18-4873-876A-F315DC2B7BB2}" destId="{04771891-449F-4F63-BFBE-EE4A6C9644C2}" srcOrd="8" destOrd="0" presId="urn:microsoft.com/office/officeart/2018/2/layout/IconVerticalSolidList"/>
    <dgm:cxn modelId="{C9BDD259-3FD5-4012-8EAE-A00AE443B13E}" type="presParOf" srcId="{04771891-449F-4F63-BFBE-EE4A6C9644C2}" destId="{8D83D491-9BCC-4B7F-BB9D-62B353F6A35C}" srcOrd="0" destOrd="0" presId="urn:microsoft.com/office/officeart/2018/2/layout/IconVerticalSolidList"/>
    <dgm:cxn modelId="{CF417B84-BA32-4975-939A-A36F173009EF}" type="presParOf" srcId="{04771891-449F-4F63-BFBE-EE4A6C9644C2}" destId="{0877369B-23DC-4BEB-989B-872A739AFA59}" srcOrd="1" destOrd="0" presId="urn:microsoft.com/office/officeart/2018/2/layout/IconVerticalSolidList"/>
    <dgm:cxn modelId="{F7DDC2AF-0C66-4719-A21E-2719A00788F0}" type="presParOf" srcId="{04771891-449F-4F63-BFBE-EE4A6C9644C2}" destId="{80358C2F-A490-4C61-A01B-75B2AC7AFB49}" srcOrd="2" destOrd="0" presId="urn:microsoft.com/office/officeart/2018/2/layout/IconVerticalSolidList"/>
    <dgm:cxn modelId="{169E8D19-76AF-4F4F-9115-8B38B048766F}" type="presParOf" srcId="{04771891-449F-4F63-BFBE-EE4A6C9644C2}" destId="{81D317BF-3BBF-4224-8AD5-1C0DEFE2BA0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F4FBFE-69BC-4469-BC98-D3FEE4FCBC1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6F49164-5AFC-40CD-98B4-B0CE8C5BD97D}">
      <dgm:prSet/>
      <dgm:spPr/>
      <dgm:t>
        <a:bodyPr/>
        <a:lstStyle/>
        <a:p>
          <a:r>
            <a:rPr lang="en-US"/>
            <a:t>• Customer churn dataset (demographics, services, contracts)</a:t>
          </a:r>
        </a:p>
      </dgm:t>
    </dgm:pt>
    <dgm:pt modelId="{B9119617-1EAD-447D-9E3E-49BEACD98EF4}" type="parTrans" cxnId="{5E167C21-62F4-471D-AC5B-BB1E92986C81}">
      <dgm:prSet/>
      <dgm:spPr/>
      <dgm:t>
        <a:bodyPr/>
        <a:lstStyle/>
        <a:p>
          <a:endParaRPr lang="en-US"/>
        </a:p>
      </dgm:t>
    </dgm:pt>
    <dgm:pt modelId="{CDDE914E-60E3-45C6-8F7D-A223C20438C5}" type="sibTrans" cxnId="{5E167C21-62F4-471D-AC5B-BB1E92986C81}">
      <dgm:prSet/>
      <dgm:spPr/>
      <dgm:t>
        <a:bodyPr/>
        <a:lstStyle/>
        <a:p>
          <a:endParaRPr lang="en-US"/>
        </a:p>
      </dgm:t>
    </dgm:pt>
    <dgm:pt modelId="{65F19251-DB7A-482C-8071-5940B41BF088}">
      <dgm:prSet/>
      <dgm:spPr/>
      <dgm:t>
        <a:bodyPr/>
        <a:lstStyle/>
        <a:p>
          <a:r>
            <a:rPr lang="en-US"/>
            <a:t>• 7,043 customers in California</a:t>
          </a:r>
        </a:p>
      </dgm:t>
    </dgm:pt>
    <dgm:pt modelId="{66498ABF-3827-4087-B45C-E363EBAEA30A}" type="parTrans" cxnId="{5239FF63-071C-4677-B100-E9FFF0CB2391}">
      <dgm:prSet/>
      <dgm:spPr/>
      <dgm:t>
        <a:bodyPr/>
        <a:lstStyle/>
        <a:p>
          <a:endParaRPr lang="en-US"/>
        </a:p>
      </dgm:t>
    </dgm:pt>
    <dgm:pt modelId="{33B55DBD-6FD9-4BA2-A871-C022B7E50639}" type="sibTrans" cxnId="{5239FF63-071C-4677-B100-E9FFF0CB2391}">
      <dgm:prSet/>
      <dgm:spPr/>
      <dgm:t>
        <a:bodyPr/>
        <a:lstStyle/>
        <a:p>
          <a:endParaRPr lang="en-US"/>
        </a:p>
      </dgm:t>
    </dgm:pt>
    <dgm:pt modelId="{B73A75C0-FCFD-40F7-9004-2F0F8663F5C3}">
      <dgm:prSet/>
      <dgm:spPr/>
      <dgm:t>
        <a:bodyPr/>
        <a:lstStyle/>
        <a:p>
          <a:r>
            <a:rPr lang="en-US"/>
            <a:t>Preparation steps:</a:t>
          </a:r>
        </a:p>
      </dgm:t>
    </dgm:pt>
    <dgm:pt modelId="{61686B4D-412C-4349-8652-2DEAFCE7EA21}" type="parTrans" cxnId="{F60671CD-F6A3-4730-B76B-CDF04823948E}">
      <dgm:prSet/>
      <dgm:spPr/>
      <dgm:t>
        <a:bodyPr/>
        <a:lstStyle/>
        <a:p>
          <a:endParaRPr lang="en-US"/>
        </a:p>
      </dgm:t>
    </dgm:pt>
    <dgm:pt modelId="{1576D1BA-BB0A-405A-BF49-8DF06716A21F}" type="sibTrans" cxnId="{F60671CD-F6A3-4730-B76B-CDF04823948E}">
      <dgm:prSet/>
      <dgm:spPr/>
      <dgm:t>
        <a:bodyPr/>
        <a:lstStyle/>
        <a:p>
          <a:endParaRPr lang="en-US"/>
        </a:p>
      </dgm:t>
    </dgm:pt>
    <dgm:pt modelId="{9C3E91C6-04FE-4C0B-8A55-2EA1D7EEF148}">
      <dgm:prSet/>
      <dgm:spPr/>
      <dgm:t>
        <a:bodyPr/>
        <a:lstStyle/>
        <a:p>
          <a:r>
            <a:rPr lang="en-US"/>
            <a:t>• Cleaned missing values</a:t>
          </a:r>
        </a:p>
      </dgm:t>
    </dgm:pt>
    <dgm:pt modelId="{0A32DD76-72A8-4A6F-B637-43C0CCA02551}" type="parTrans" cxnId="{D3B4DB00-50D6-4B2D-874F-1BDB3747B24C}">
      <dgm:prSet/>
      <dgm:spPr/>
      <dgm:t>
        <a:bodyPr/>
        <a:lstStyle/>
        <a:p>
          <a:endParaRPr lang="en-US"/>
        </a:p>
      </dgm:t>
    </dgm:pt>
    <dgm:pt modelId="{EC48D1B3-19E2-4D17-9EF9-42DCCC1A4BED}" type="sibTrans" cxnId="{D3B4DB00-50D6-4B2D-874F-1BDB3747B24C}">
      <dgm:prSet/>
      <dgm:spPr/>
      <dgm:t>
        <a:bodyPr/>
        <a:lstStyle/>
        <a:p>
          <a:endParaRPr lang="en-US"/>
        </a:p>
      </dgm:t>
    </dgm:pt>
    <dgm:pt modelId="{C74891A1-9088-4044-AD42-CB98959CE1FB}">
      <dgm:prSet/>
      <dgm:spPr/>
      <dgm:t>
        <a:bodyPr/>
        <a:lstStyle/>
        <a:p>
          <a:r>
            <a:rPr lang="en-US"/>
            <a:t>• Engineered features (Customer Value)</a:t>
          </a:r>
        </a:p>
      </dgm:t>
    </dgm:pt>
    <dgm:pt modelId="{E01EF585-3E5C-4F9D-B37C-B2D5E2BFD469}" type="parTrans" cxnId="{20007B8C-423E-4971-8A74-FAB4AD1426DE}">
      <dgm:prSet/>
      <dgm:spPr/>
      <dgm:t>
        <a:bodyPr/>
        <a:lstStyle/>
        <a:p>
          <a:endParaRPr lang="en-US"/>
        </a:p>
      </dgm:t>
    </dgm:pt>
    <dgm:pt modelId="{ED87E4E5-DE53-4ED2-88A6-8E6C9B3C68C1}" type="sibTrans" cxnId="{20007B8C-423E-4971-8A74-FAB4AD1426DE}">
      <dgm:prSet/>
      <dgm:spPr/>
      <dgm:t>
        <a:bodyPr/>
        <a:lstStyle/>
        <a:p>
          <a:endParaRPr lang="en-US"/>
        </a:p>
      </dgm:t>
    </dgm:pt>
    <dgm:pt modelId="{8396CEE6-9AE5-4D24-972C-492D5385D42B}">
      <dgm:prSet/>
      <dgm:spPr/>
      <dgm:t>
        <a:bodyPr/>
        <a:lstStyle/>
        <a:p>
          <a:r>
            <a:rPr lang="en-US"/>
            <a:t>• Prepared data for analysis and visualization</a:t>
          </a:r>
        </a:p>
      </dgm:t>
    </dgm:pt>
    <dgm:pt modelId="{353E5460-82A6-4F34-B16F-9186177FE203}" type="parTrans" cxnId="{7EC7301D-D8F4-4918-8643-DC7050D6B3CA}">
      <dgm:prSet/>
      <dgm:spPr/>
      <dgm:t>
        <a:bodyPr/>
        <a:lstStyle/>
        <a:p>
          <a:endParaRPr lang="en-US"/>
        </a:p>
      </dgm:t>
    </dgm:pt>
    <dgm:pt modelId="{4E03619E-2952-4320-8032-CEDDD082B98F}" type="sibTrans" cxnId="{7EC7301D-D8F4-4918-8643-DC7050D6B3CA}">
      <dgm:prSet/>
      <dgm:spPr/>
      <dgm:t>
        <a:bodyPr/>
        <a:lstStyle/>
        <a:p>
          <a:endParaRPr lang="en-US"/>
        </a:p>
      </dgm:t>
    </dgm:pt>
    <dgm:pt modelId="{3CEAF450-B746-419F-9C4A-7515A0953333}" type="pres">
      <dgm:prSet presAssocID="{8CF4FBFE-69BC-4469-BC98-D3FEE4FCBC18}" presName="Name0" presStyleCnt="0">
        <dgm:presLayoutVars>
          <dgm:dir/>
          <dgm:resizeHandles val="exact"/>
        </dgm:presLayoutVars>
      </dgm:prSet>
      <dgm:spPr/>
    </dgm:pt>
    <dgm:pt modelId="{B4F4EEFF-00D3-4B13-8A9E-7C6966ADA691}" type="pres">
      <dgm:prSet presAssocID="{C6F49164-5AFC-40CD-98B4-B0CE8C5BD97D}" presName="node" presStyleLbl="node1" presStyleIdx="0" presStyleCnt="6">
        <dgm:presLayoutVars>
          <dgm:bulletEnabled val="1"/>
        </dgm:presLayoutVars>
      </dgm:prSet>
      <dgm:spPr/>
    </dgm:pt>
    <dgm:pt modelId="{C96A3B68-4377-4525-AAE8-E7513AEC8984}" type="pres">
      <dgm:prSet presAssocID="{CDDE914E-60E3-45C6-8F7D-A223C20438C5}" presName="sibTrans" presStyleLbl="sibTrans1D1" presStyleIdx="0" presStyleCnt="5"/>
      <dgm:spPr/>
    </dgm:pt>
    <dgm:pt modelId="{FDEE7A13-9C53-4AC6-9AFE-D3FE35B49696}" type="pres">
      <dgm:prSet presAssocID="{CDDE914E-60E3-45C6-8F7D-A223C20438C5}" presName="connectorText" presStyleLbl="sibTrans1D1" presStyleIdx="0" presStyleCnt="5"/>
      <dgm:spPr/>
    </dgm:pt>
    <dgm:pt modelId="{E6780E7B-42EF-47DE-9A43-949F17AD149A}" type="pres">
      <dgm:prSet presAssocID="{65F19251-DB7A-482C-8071-5940B41BF088}" presName="node" presStyleLbl="node1" presStyleIdx="1" presStyleCnt="6">
        <dgm:presLayoutVars>
          <dgm:bulletEnabled val="1"/>
        </dgm:presLayoutVars>
      </dgm:prSet>
      <dgm:spPr/>
    </dgm:pt>
    <dgm:pt modelId="{7F3361B0-74E5-4FCF-AC37-91FC417363E1}" type="pres">
      <dgm:prSet presAssocID="{33B55DBD-6FD9-4BA2-A871-C022B7E50639}" presName="sibTrans" presStyleLbl="sibTrans1D1" presStyleIdx="1" presStyleCnt="5"/>
      <dgm:spPr/>
    </dgm:pt>
    <dgm:pt modelId="{058A99DB-AE56-429F-BBC5-C5D4D1F42650}" type="pres">
      <dgm:prSet presAssocID="{33B55DBD-6FD9-4BA2-A871-C022B7E50639}" presName="connectorText" presStyleLbl="sibTrans1D1" presStyleIdx="1" presStyleCnt="5"/>
      <dgm:spPr/>
    </dgm:pt>
    <dgm:pt modelId="{E8E31197-10A2-417D-8B1F-F8D10673D41B}" type="pres">
      <dgm:prSet presAssocID="{B73A75C0-FCFD-40F7-9004-2F0F8663F5C3}" presName="node" presStyleLbl="node1" presStyleIdx="2" presStyleCnt="6">
        <dgm:presLayoutVars>
          <dgm:bulletEnabled val="1"/>
        </dgm:presLayoutVars>
      </dgm:prSet>
      <dgm:spPr/>
    </dgm:pt>
    <dgm:pt modelId="{18C486BD-4BD7-456F-A129-B397D9D36794}" type="pres">
      <dgm:prSet presAssocID="{1576D1BA-BB0A-405A-BF49-8DF06716A21F}" presName="sibTrans" presStyleLbl="sibTrans1D1" presStyleIdx="2" presStyleCnt="5"/>
      <dgm:spPr/>
    </dgm:pt>
    <dgm:pt modelId="{7C02C37B-B6F0-4820-93FB-56E1F68C9336}" type="pres">
      <dgm:prSet presAssocID="{1576D1BA-BB0A-405A-BF49-8DF06716A21F}" presName="connectorText" presStyleLbl="sibTrans1D1" presStyleIdx="2" presStyleCnt="5"/>
      <dgm:spPr/>
    </dgm:pt>
    <dgm:pt modelId="{5AD9E934-32C3-41E0-845B-D4FCB5B4DE1D}" type="pres">
      <dgm:prSet presAssocID="{9C3E91C6-04FE-4C0B-8A55-2EA1D7EEF148}" presName="node" presStyleLbl="node1" presStyleIdx="3" presStyleCnt="6">
        <dgm:presLayoutVars>
          <dgm:bulletEnabled val="1"/>
        </dgm:presLayoutVars>
      </dgm:prSet>
      <dgm:spPr/>
    </dgm:pt>
    <dgm:pt modelId="{58E8DB03-D375-4D9E-A4AD-1EB5AD7C269F}" type="pres">
      <dgm:prSet presAssocID="{EC48D1B3-19E2-4D17-9EF9-42DCCC1A4BED}" presName="sibTrans" presStyleLbl="sibTrans1D1" presStyleIdx="3" presStyleCnt="5"/>
      <dgm:spPr/>
    </dgm:pt>
    <dgm:pt modelId="{ED7DBA8D-6208-419B-A4FA-6767591B63B1}" type="pres">
      <dgm:prSet presAssocID="{EC48D1B3-19E2-4D17-9EF9-42DCCC1A4BED}" presName="connectorText" presStyleLbl="sibTrans1D1" presStyleIdx="3" presStyleCnt="5"/>
      <dgm:spPr/>
    </dgm:pt>
    <dgm:pt modelId="{FC0FF9F6-5C87-4666-8EA2-7E355F62AA8E}" type="pres">
      <dgm:prSet presAssocID="{C74891A1-9088-4044-AD42-CB98959CE1FB}" presName="node" presStyleLbl="node1" presStyleIdx="4" presStyleCnt="6">
        <dgm:presLayoutVars>
          <dgm:bulletEnabled val="1"/>
        </dgm:presLayoutVars>
      </dgm:prSet>
      <dgm:spPr/>
    </dgm:pt>
    <dgm:pt modelId="{13620D49-D24C-47B9-AD4C-00D9F5A0D02C}" type="pres">
      <dgm:prSet presAssocID="{ED87E4E5-DE53-4ED2-88A6-8E6C9B3C68C1}" presName="sibTrans" presStyleLbl="sibTrans1D1" presStyleIdx="4" presStyleCnt="5"/>
      <dgm:spPr/>
    </dgm:pt>
    <dgm:pt modelId="{D90AFF55-A1B0-4196-B3BB-FA2F199E6B8F}" type="pres">
      <dgm:prSet presAssocID="{ED87E4E5-DE53-4ED2-88A6-8E6C9B3C68C1}" presName="connectorText" presStyleLbl="sibTrans1D1" presStyleIdx="4" presStyleCnt="5"/>
      <dgm:spPr/>
    </dgm:pt>
    <dgm:pt modelId="{61D498D3-484D-475A-A37B-1F4C1A68F2E6}" type="pres">
      <dgm:prSet presAssocID="{8396CEE6-9AE5-4D24-972C-492D5385D42B}" presName="node" presStyleLbl="node1" presStyleIdx="5" presStyleCnt="6">
        <dgm:presLayoutVars>
          <dgm:bulletEnabled val="1"/>
        </dgm:presLayoutVars>
      </dgm:prSet>
      <dgm:spPr/>
    </dgm:pt>
  </dgm:ptLst>
  <dgm:cxnLst>
    <dgm:cxn modelId="{D3B4DB00-50D6-4B2D-874F-1BDB3747B24C}" srcId="{8CF4FBFE-69BC-4469-BC98-D3FEE4FCBC18}" destId="{9C3E91C6-04FE-4C0B-8A55-2EA1D7EEF148}" srcOrd="3" destOrd="0" parTransId="{0A32DD76-72A8-4A6F-B637-43C0CCA02551}" sibTransId="{EC48D1B3-19E2-4D17-9EF9-42DCCC1A4BED}"/>
    <dgm:cxn modelId="{7EC7301D-D8F4-4918-8643-DC7050D6B3CA}" srcId="{8CF4FBFE-69BC-4469-BC98-D3FEE4FCBC18}" destId="{8396CEE6-9AE5-4D24-972C-492D5385D42B}" srcOrd="5" destOrd="0" parTransId="{353E5460-82A6-4F34-B16F-9186177FE203}" sibTransId="{4E03619E-2952-4320-8032-CEDDD082B98F}"/>
    <dgm:cxn modelId="{5E167C21-62F4-471D-AC5B-BB1E92986C81}" srcId="{8CF4FBFE-69BC-4469-BC98-D3FEE4FCBC18}" destId="{C6F49164-5AFC-40CD-98B4-B0CE8C5BD97D}" srcOrd="0" destOrd="0" parTransId="{B9119617-1EAD-447D-9E3E-49BEACD98EF4}" sibTransId="{CDDE914E-60E3-45C6-8F7D-A223C20438C5}"/>
    <dgm:cxn modelId="{0F34073B-F402-40DF-A4FC-2C328455B897}" type="presOf" srcId="{1576D1BA-BB0A-405A-BF49-8DF06716A21F}" destId="{18C486BD-4BD7-456F-A129-B397D9D36794}" srcOrd="0" destOrd="0" presId="urn:microsoft.com/office/officeart/2016/7/layout/RepeatingBendingProcessNew"/>
    <dgm:cxn modelId="{32767F3B-2E78-44D4-BA3E-9FEBC2782362}" type="presOf" srcId="{CDDE914E-60E3-45C6-8F7D-A223C20438C5}" destId="{C96A3B68-4377-4525-AAE8-E7513AEC8984}" srcOrd="0" destOrd="0" presId="urn:microsoft.com/office/officeart/2016/7/layout/RepeatingBendingProcessNew"/>
    <dgm:cxn modelId="{5B21B93B-F567-4780-87A0-AADF118E41A2}" type="presOf" srcId="{CDDE914E-60E3-45C6-8F7D-A223C20438C5}" destId="{FDEE7A13-9C53-4AC6-9AFE-D3FE35B49696}" srcOrd="1" destOrd="0" presId="urn:microsoft.com/office/officeart/2016/7/layout/RepeatingBendingProcessNew"/>
    <dgm:cxn modelId="{5239FF63-071C-4677-B100-E9FFF0CB2391}" srcId="{8CF4FBFE-69BC-4469-BC98-D3FEE4FCBC18}" destId="{65F19251-DB7A-482C-8071-5940B41BF088}" srcOrd="1" destOrd="0" parTransId="{66498ABF-3827-4087-B45C-E363EBAEA30A}" sibTransId="{33B55DBD-6FD9-4BA2-A871-C022B7E50639}"/>
    <dgm:cxn modelId="{362C7144-043A-445E-A9FB-58877C4EA705}" type="presOf" srcId="{9C3E91C6-04FE-4C0B-8A55-2EA1D7EEF148}" destId="{5AD9E934-32C3-41E0-845B-D4FCB5B4DE1D}" srcOrd="0" destOrd="0" presId="urn:microsoft.com/office/officeart/2016/7/layout/RepeatingBendingProcessNew"/>
    <dgm:cxn modelId="{2776DD4F-9648-415C-86EA-5A23C7F05860}" type="presOf" srcId="{ED87E4E5-DE53-4ED2-88A6-8E6C9B3C68C1}" destId="{13620D49-D24C-47B9-AD4C-00D9F5A0D02C}" srcOrd="0" destOrd="0" presId="urn:microsoft.com/office/officeart/2016/7/layout/RepeatingBendingProcessNew"/>
    <dgm:cxn modelId="{9BADF773-EEFC-4A49-8182-7403D2A71311}" type="presOf" srcId="{8396CEE6-9AE5-4D24-972C-492D5385D42B}" destId="{61D498D3-484D-475A-A37B-1F4C1A68F2E6}" srcOrd="0" destOrd="0" presId="urn:microsoft.com/office/officeart/2016/7/layout/RepeatingBendingProcessNew"/>
    <dgm:cxn modelId="{9855F97F-162A-4088-A621-C89557986D30}" type="presOf" srcId="{1576D1BA-BB0A-405A-BF49-8DF06716A21F}" destId="{7C02C37B-B6F0-4820-93FB-56E1F68C9336}" srcOrd="1" destOrd="0" presId="urn:microsoft.com/office/officeart/2016/7/layout/RepeatingBendingProcessNew"/>
    <dgm:cxn modelId="{20007B8C-423E-4971-8A74-FAB4AD1426DE}" srcId="{8CF4FBFE-69BC-4469-BC98-D3FEE4FCBC18}" destId="{C74891A1-9088-4044-AD42-CB98959CE1FB}" srcOrd="4" destOrd="0" parTransId="{E01EF585-3E5C-4F9D-B37C-B2D5E2BFD469}" sibTransId="{ED87E4E5-DE53-4ED2-88A6-8E6C9B3C68C1}"/>
    <dgm:cxn modelId="{28B1E78F-21BD-46C7-BC1C-0A088A19068D}" type="presOf" srcId="{33B55DBD-6FD9-4BA2-A871-C022B7E50639}" destId="{7F3361B0-74E5-4FCF-AC37-91FC417363E1}" srcOrd="0" destOrd="0" presId="urn:microsoft.com/office/officeart/2016/7/layout/RepeatingBendingProcessNew"/>
    <dgm:cxn modelId="{B6753F9B-7368-4647-9457-88C72D01C326}" type="presOf" srcId="{ED87E4E5-DE53-4ED2-88A6-8E6C9B3C68C1}" destId="{D90AFF55-A1B0-4196-B3BB-FA2F199E6B8F}" srcOrd="1" destOrd="0" presId="urn:microsoft.com/office/officeart/2016/7/layout/RepeatingBendingProcessNew"/>
    <dgm:cxn modelId="{08FAD1A0-F5BE-44FD-8413-A7E6B8BEFFC9}" type="presOf" srcId="{33B55DBD-6FD9-4BA2-A871-C022B7E50639}" destId="{058A99DB-AE56-429F-BBC5-C5D4D1F42650}" srcOrd="1" destOrd="0" presId="urn:microsoft.com/office/officeart/2016/7/layout/RepeatingBendingProcessNew"/>
    <dgm:cxn modelId="{2F5220B2-DA91-4DE3-B17E-B01D4B4081B0}" type="presOf" srcId="{65F19251-DB7A-482C-8071-5940B41BF088}" destId="{E6780E7B-42EF-47DE-9A43-949F17AD149A}" srcOrd="0" destOrd="0" presId="urn:microsoft.com/office/officeart/2016/7/layout/RepeatingBendingProcessNew"/>
    <dgm:cxn modelId="{C42095B8-A87E-44D6-A9B2-2754CA304123}" type="presOf" srcId="{EC48D1B3-19E2-4D17-9EF9-42DCCC1A4BED}" destId="{ED7DBA8D-6208-419B-A4FA-6767591B63B1}" srcOrd="1" destOrd="0" presId="urn:microsoft.com/office/officeart/2016/7/layout/RepeatingBendingProcessNew"/>
    <dgm:cxn modelId="{0CCD7DBC-A5B5-4A71-B165-D7FC6DFC560E}" type="presOf" srcId="{C6F49164-5AFC-40CD-98B4-B0CE8C5BD97D}" destId="{B4F4EEFF-00D3-4B13-8A9E-7C6966ADA691}" srcOrd="0" destOrd="0" presId="urn:microsoft.com/office/officeart/2016/7/layout/RepeatingBendingProcessNew"/>
    <dgm:cxn modelId="{922EDDC0-D24F-4E66-8AA7-E3E59AE50291}" type="presOf" srcId="{EC48D1B3-19E2-4D17-9EF9-42DCCC1A4BED}" destId="{58E8DB03-D375-4D9E-A4AD-1EB5AD7C269F}" srcOrd="0" destOrd="0" presId="urn:microsoft.com/office/officeart/2016/7/layout/RepeatingBendingProcessNew"/>
    <dgm:cxn modelId="{F60671CD-F6A3-4730-B76B-CDF04823948E}" srcId="{8CF4FBFE-69BC-4469-BC98-D3FEE4FCBC18}" destId="{B73A75C0-FCFD-40F7-9004-2F0F8663F5C3}" srcOrd="2" destOrd="0" parTransId="{61686B4D-412C-4349-8652-2DEAFCE7EA21}" sibTransId="{1576D1BA-BB0A-405A-BF49-8DF06716A21F}"/>
    <dgm:cxn modelId="{4D3D29F8-1024-4524-9B75-57AD4C594ADC}" type="presOf" srcId="{C74891A1-9088-4044-AD42-CB98959CE1FB}" destId="{FC0FF9F6-5C87-4666-8EA2-7E355F62AA8E}" srcOrd="0" destOrd="0" presId="urn:microsoft.com/office/officeart/2016/7/layout/RepeatingBendingProcessNew"/>
    <dgm:cxn modelId="{CD3B5AFA-2C29-4C3A-BA4B-35A1C8648F68}" type="presOf" srcId="{B73A75C0-FCFD-40F7-9004-2F0F8663F5C3}" destId="{E8E31197-10A2-417D-8B1F-F8D10673D41B}" srcOrd="0" destOrd="0" presId="urn:microsoft.com/office/officeart/2016/7/layout/RepeatingBendingProcessNew"/>
    <dgm:cxn modelId="{46B922FB-AC8D-4CB1-89E3-4CFF50B707A5}" type="presOf" srcId="{8CF4FBFE-69BC-4469-BC98-D3FEE4FCBC18}" destId="{3CEAF450-B746-419F-9C4A-7515A0953333}" srcOrd="0" destOrd="0" presId="urn:microsoft.com/office/officeart/2016/7/layout/RepeatingBendingProcessNew"/>
    <dgm:cxn modelId="{2202E662-2885-491D-B623-EDC357DEE23B}" type="presParOf" srcId="{3CEAF450-B746-419F-9C4A-7515A0953333}" destId="{B4F4EEFF-00D3-4B13-8A9E-7C6966ADA691}" srcOrd="0" destOrd="0" presId="urn:microsoft.com/office/officeart/2016/7/layout/RepeatingBendingProcessNew"/>
    <dgm:cxn modelId="{6073608F-7011-4B83-BB13-2E3BAD9DCE72}" type="presParOf" srcId="{3CEAF450-B746-419F-9C4A-7515A0953333}" destId="{C96A3B68-4377-4525-AAE8-E7513AEC8984}" srcOrd="1" destOrd="0" presId="urn:microsoft.com/office/officeart/2016/7/layout/RepeatingBendingProcessNew"/>
    <dgm:cxn modelId="{C42CD5B0-CBF3-4700-88E1-63851B46742B}" type="presParOf" srcId="{C96A3B68-4377-4525-AAE8-E7513AEC8984}" destId="{FDEE7A13-9C53-4AC6-9AFE-D3FE35B49696}" srcOrd="0" destOrd="0" presId="urn:microsoft.com/office/officeart/2016/7/layout/RepeatingBendingProcessNew"/>
    <dgm:cxn modelId="{1315B2B3-C86B-4E96-A6B7-54F3BEED491B}" type="presParOf" srcId="{3CEAF450-B746-419F-9C4A-7515A0953333}" destId="{E6780E7B-42EF-47DE-9A43-949F17AD149A}" srcOrd="2" destOrd="0" presId="urn:microsoft.com/office/officeart/2016/7/layout/RepeatingBendingProcessNew"/>
    <dgm:cxn modelId="{B2FABE60-B527-45D3-BDD7-347514B16B93}" type="presParOf" srcId="{3CEAF450-B746-419F-9C4A-7515A0953333}" destId="{7F3361B0-74E5-4FCF-AC37-91FC417363E1}" srcOrd="3" destOrd="0" presId="urn:microsoft.com/office/officeart/2016/7/layout/RepeatingBendingProcessNew"/>
    <dgm:cxn modelId="{8A982BE0-D6CB-4B64-ACE8-74AF38CFA04E}" type="presParOf" srcId="{7F3361B0-74E5-4FCF-AC37-91FC417363E1}" destId="{058A99DB-AE56-429F-BBC5-C5D4D1F42650}" srcOrd="0" destOrd="0" presId="urn:microsoft.com/office/officeart/2016/7/layout/RepeatingBendingProcessNew"/>
    <dgm:cxn modelId="{381A19C0-CA65-4CE5-A1CA-10C67271807E}" type="presParOf" srcId="{3CEAF450-B746-419F-9C4A-7515A0953333}" destId="{E8E31197-10A2-417D-8B1F-F8D10673D41B}" srcOrd="4" destOrd="0" presId="urn:microsoft.com/office/officeart/2016/7/layout/RepeatingBendingProcessNew"/>
    <dgm:cxn modelId="{5719EC28-696C-4B7F-9CD1-2EBBFD18BE3D}" type="presParOf" srcId="{3CEAF450-B746-419F-9C4A-7515A0953333}" destId="{18C486BD-4BD7-456F-A129-B397D9D36794}" srcOrd="5" destOrd="0" presId="urn:microsoft.com/office/officeart/2016/7/layout/RepeatingBendingProcessNew"/>
    <dgm:cxn modelId="{7B824B7E-BDCE-48D6-B1FE-7AB2796FFB51}" type="presParOf" srcId="{18C486BD-4BD7-456F-A129-B397D9D36794}" destId="{7C02C37B-B6F0-4820-93FB-56E1F68C9336}" srcOrd="0" destOrd="0" presId="urn:microsoft.com/office/officeart/2016/7/layout/RepeatingBendingProcessNew"/>
    <dgm:cxn modelId="{CCD389F7-E3E4-4ECB-9AF0-38BCB07CBA35}" type="presParOf" srcId="{3CEAF450-B746-419F-9C4A-7515A0953333}" destId="{5AD9E934-32C3-41E0-845B-D4FCB5B4DE1D}" srcOrd="6" destOrd="0" presId="urn:microsoft.com/office/officeart/2016/7/layout/RepeatingBendingProcessNew"/>
    <dgm:cxn modelId="{5945B8BF-958D-4A3E-8DB6-8338BAEFFC89}" type="presParOf" srcId="{3CEAF450-B746-419F-9C4A-7515A0953333}" destId="{58E8DB03-D375-4D9E-A4AD-1EB5AD7C269F}" srcOrd="7" destOrd="0" presId="urn:microsoft.com/office/officeart/2016/7/layout/RepeatingBendingProcessNew"/>
    <dgm:cxn modelId="{42F156A5-949D-4068-912B-591214414E0E}" type="presParOf" srcId="{58E8DB03-D375-4D9E-A4AD-1EB5AD7C269F}" destId="{ED7DBA8D-6208-419B-A4FA-6767591B63B1}" srcOrd="0" destOrd="0" presId="urn:microsoft.com/office/officeart/2016/7/layout/RepeatingBendingProcessNew"/>
    <dgm:cxn modelId="{3B2E78E8-7D89-4D9C-8C5C-23A60F584620}" type="presParOf" srcId="{3CEAF450-B746-419F-9C4A-7515A0953333}" destId="{FC0FF9F6-5C87-4666-8EA2-7E355F62AA8E}" srcOrd="8" destOrd="0" presId="urn:microsoft.com/office/officeart/2016/7/layout/RepeatingBendingProcessNew"/>
    <dgm:cxn modelId="{51EC8D47-E2F3-40D8-A41D-05632F694531}" type="presParOf" srcId="{3CEAF450-B746-419F-9C4A-7515A0953333}" destId="{13620D49-D24C-47B9-AD4C-00D9F5A0D02C}" srcOrd="9" destOrd="0" presId="urn:microsoft.com/office/officeart/2016/7/layout/RepeatingBendingProcessNew"/>
    <dgm:cxn modelId="{81AE2F86-7838-488F-A031-B33BA3372E1C}" type="presParOf" srcId="{13620D49-D24C-47B9-AD4C-00D9F5A0D02C}" destId="{D90AFF55-A1B0-4196-B3BB-FA2F199E6B8F}" srcOrd="0" destOrd="0" presId="urn:microsoft.com/office/officeart/2016/7/layout/RepeatingBendingProcessNew"/>
    <dgm:cxn modelId="{67325237-BD72-4C78-B535-D002B114D9D7}" type="presParOf" srcId="{3CEAF450-B746-419F-9C4A-7515A0953333}" destId="{61D498D3-484D-475A-A37B-1F4C1A68F2E6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42C992C-16DD-445E-B234-B34770C2AB2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CCC624E-DA0F-48BF-BD84-7F8B0F9D83F7}">
      <dgm:prSet/>
      <dgm:spPr/>
      <dgm:t>
        <a:bodyPr/>
        <a:lstStyle/>
        <a:p>
          <a:r>
            <a:rPr lang="en-US"/>
            <a:t>• Contract length is the strongest churn driver</a:t>
          </a:r>
        </a:p>
      </dgm:t>
    </dgm:pt>
    <dgm:pt modelId="{F1DF0D99-04F7-4756-8492-132456E9C1FD}" type="parTrans" cxnId="{39838FA3-3623-4D85-95FF-553BB669954F}">
      <dgm:prSet/>
      <dgm:spPr/>
      <dgm:t>
        <a:bodyPr/>
        <a:lstStyle/>
        <a:p>
          <a:endParaRPr lang="en-US"/>
        </a:p>
      </dgm:t>
    </dgm:pt>
    <dgm:pt modelId="{F55052AB-24A0-4D24-928B-D8C5336391A8}" type="sibTrans" cxnId="{39838FA3-3623-4D85-95FF-553BB669954F}">
      <dgm:prSet/>
      <dgm:spPr/>
      <dgm:t>
        <a:bodyPr/>
        <a:lstStyle/>
        <a:p>
          <a:endParaRPr lang="en-US"/>
        </a:p>
      </dgm:t>
    </dgm:pt>
    <dgm:pt modelId="{E39D1687-B564-4879-985E-E4F83614185B}">
      <dgm:prSet/>
      <dgm:spPr/>
      <dgm:t>
        <a:bodyPr/>
        <a:lstStyle/>
        <a:p>
          <a:r>
            <a:rPr lang="en-US"/>
            <a:t>• Early-tenure customers are most vulnerable</a:t>
          </a:r>
        </a:p>
      </dgm:t>
    </dgm:pt>
    <dgm:pt modelId="{5D3A73A5-9AC7-47A9-9E22-B691071BA9A0}" type="parTrans" cxnId="{D0D6B0A7-DC5D-4BE5-8BD2-E6FA71BEF8C3}">
      <dgm:prSet/>
      <dgm:spPr/>
      <dgm:t>
        <a:bodyPr/>
        <a:lstStyle/>
        <a:p>
          <a:endParaRPr lang="en-US"/>
        </a:p>
      </dgm:t>
    </dgm:pt>
    <dgm:pt modelId="{729A0197-9C1F-4906-B11F-78EFEFB64214}" type="sibTrans" cxnId="{D0D6B0A7-DC5D-4BE5-8BD2-E6FA71BEF8C3}">
      <dgm:prSet/>
      <dgm:spPr/>
      <dgm:t>
        <a:bodyPr/>
        <a:lstStyle/>
        <a:p>
          <a:endParaRPr lang="en-US"/>
        </a:p>
      </dgm:t>
    </dgm:pt>
    <dgm:pt modelId="{5D99396E-3FEC-40E4-B4E7-A6E59AE98586}">
      <dgm:prSet/>
      <dgm:spPr/>
      <dgm:t>
        <a:bodyPr/>
        <a:lstStyle/>
        <a:p>
          <a:r>
            <a:rPr lang="en-US"/>
            <a:t>• Pricing pressure increases churn risk</a:t>
          </a:r>
        </a:p>
      </dgm:t>
    </dgm:pt>
    <dgm:pt modelId="{A987C3B4-8D97-4217-A8E3-EBBDA7A30792}" type="parTrans" cxnId="{C8E2B39A-230A-45A4-AF46-A7A26973FB42}">
      <dgm:prSet/>
      <dgm:spPr/>
      <dgm:t>
        <a:bodyPr/>
        <a:lstStyle/>
        <a:p>
          <a:endParaRPr lang="en-US"/>
        </a:p>
      </dgm:t>
    </dgm:pt>
    <dgm:pt modelId="{ED6A882D-8FBE-462F-BFC0-4233875000D9}" type="sibTrans" cxnId="{C8E2B39A-230A-45A4-AF46-A7A26973FB42}">
      <dgm:prSet/>
      <dgm:spPr/>
      <dgm:t>
        <a:bodyPr/>
        <a:lstStyle/>
        <a:p>
          <a:endParaRPr lang="en-US"/>
        </a:p>
      </dgm:t>
    </dgm:pt>
    <dgm:pt modelId="{00C360E6-79A3-42E5-BF67-768E79835940}">
      <dgm:prSet/>
      <dgm:spPr/>
      <dgm:t>
        <a:bodyPr/>
        <a:lstStyle/>
        <a:p>
          <a:r>
            <a:rPr lang="en-US"/>
            <a:t>• High-value customer loss drives revenue risk</a:t>
          </a:r>
        </a:p>
      </dgm:t>
    </dgm:pt>
    <dgm:pt modelId="{26520A1B-8648-4666-AFA2-6028F78B1990}" type="parTrans" cxnId="{3E310EAF-31C0-4ADC-9EB3-93D8E1EF10B2}">
      <dgm:prSet/>
      <dgm:spPr/>
      <dgm:t>
        <a:bodyPr/>
        <a:lstStyle/>
        <a:p>
          <a:endParaRPr lang="en-US"/>
        </a:p>
      </dgm:t>
    </dgm:pt>
    <dgm:pt modelId="{1A45EEFD-89AD-4592-8FBA-F16ED5D5B2DE}" type="sibTrans" cxnId="{3E310EAF-31C0-4ADC-9EB3-93D8E1EF10B2}">
      <dgm:prSet/>
      <dgm:spPr/>
      <dgm:t>
        <a:bodyPr/>
        <a:lstStyle/>
        <a:p>
          <a:endParaRPr lang="en-US"/>
        </a:p>
      </dgm:t>
    </dgm:pt>
    <dgm:pt modelId="{9208BC9E-2D98-48DD-A051-4A15982AA245}" type="pres">
      <dgm:prSet presAssocID="{142C992C-16DD-445E-B234-B34770C2AB28}" presName="linear" presStyleCnt="0">
        <dgm:presLayoutVars>
          <dgm:animLvl val="lvl"/>
          <dgm:resizeHandles val="exact"/>
        </dgm:presLayoutVars>
      </dgm:prSet>
      <dgm:spPr/>
    </dgm:pt>
    <dgm:pt modelId="{8F996E3F-3E6B-4AFB-BAE4-8AB272194DCF}" type="pres">
      <dgm:prSet presAssocID="{1CCC624E-DA0F-48BF-BD84-7F8B0F9D83F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5986F3D-8385-4A2D-A1D3-BC1355814447}" type="pres">
      <dgm:prSet presAssocID="{F55052AB-24A0-4D24-928B-D8C5336391A8}" presName="spacer" presStyleCnt="0"/>
      <dgm:spPr/>
    </dgm:pt>
    <dgm:pt modelId="{271FF207-272E-470E-B0C9-4C8800E33A35}" type="pres">
      <dgm:prSet presAssocID="{E39D1687-B564-4879-985E-E4F83614185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F98C45B-29C7-4952-B0FF-F0E4B06D9EB9}" type="pres">
      <dgm:prSet presAssocID="{729A0197-9C1F-4906-B11F-78EFEFB64214}" presName="spacer" presStyleCnt="0"/>
      <dgm:spPr/>
    </dgm:pt>
    <dgm:pt modelId="{22E860C1-27BB-4C08-A306-B385F9290E27}" type="pres">
      <dgm:prSet presAssocID="{5D99396E-3FEC-40E4-B4E7-A6E59AE9858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B4B8790-D5B1-4FE5-95BC-772BE2258E23}" type="pres">
      <dgm:prSet presAssocID="{ED6A882D-8FBE-462F-BFC0-4233875000D9}" presName="spacer" presStyleCnt="0"/>
      <dgm:spPr/>
    </dgm:pt>
    <dgm:pt modelId="{9DA2E287-0D53-46ED-A9DF-D0933BEF3FB8}" type="pres">
      <dgm:prSet presAssocID="{00C360E6-79A3-42E5-BF67-768E7983594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D086F26-A068-4BF7-8204-7F6B874AB645}" type="presOf" srcId="{1CCC624E-DA0F-48BF-BD84-7F8B0F9D83F7}" destId="{8F996E3F-3E6B-4AFB-BAE4-8AB272194DCF}" srcOrd="0" destOrd="0" presId="urn:microsoft.com/office/officeart/2005/8/layout/vList2"/>
    <dgm:cxn modelId="{A287EC2F-4420-46CC-9506-47FFDA7BFFCA}" type="presOf" srcId="{E39D1687-B564-4879-985E-E4F83614185B}" destId="{271FF207-272E-470E-B0C9-4C8800E33A35}" srcOrd="0" destOrd="0" presId="urn:microsoft.com/office/officeart/2005/8/layout/vList2"/>
    <dgm:cxn modelId="{E339067A-F4FC-4DD1-905C-9DFCC1696EBA}" type="presOf" srcId="{5D99396E-3FEC-40E4-B4E7-A6E59AE98586}" destId="{22E860C1-27BB-4C08-A306-B385F9290E27}" srcOrd="0" destOrd="0" presId="urn:microsoft.com/office/officeart/2005/8/layout/vList2"/>
    <dgm:cxn modelId="{C8E2B39A-230A-45A4-AF46-A7A26973FB42}" srcId="{142C992C-16DD-445E-B234-B34770C2AB28}" destId="{5D99396E-3FEC-40E4-B4E7-A6E59AE98586}" srcOrd="2" destOrd="0" parTransId="{A987C3B4-8D97-4217-A8E3-EBBDA7A30792}" sibTransId="{ED6A882D-8FBE-462F-BFC0-4233875000D9}"/>
    <dgm:cxn modelId="{39838FA3-3623-4D85-95FF-553BB669954F}" srcId="{142C992C-16DD-445E-B234-B34770C2AB28}" destId="{1CCC624E-DA0F-48BF-BD84-7F8B0F9D83F7}" srcOrd="0" destOrd="0" parTransId="{F1DF0D99-04F7-4756-8492-132456E9C1FD}" sibTransId="{F55052AB-24A0-4D24-928B-D8C5336391A8}"/>
    <dgm:cxn modelId="{D0D6B0A7-DC5D-4BE5-8BD2-E6FA71BEF8C3}" srcId="{142C992C-16DD-445E-B234-B34770C2AB28}" destId="{E39D1687-B564-4879-985E-E4F83614185B}" srcOrd="1" destOrd="0" parTransId="{5D3A73A5-9AC7-47A9-9E22-B691071BA9A0}" sibTransId="{729A0197-9C1F-4906-B11F-78EFEFB64214}"/>
    <dgm:cxn modelId="{3E310EAF-31C0-4ADC-9EB3-93D8E1EF10B2}" srcId="{142C992C-16DD-445E-B234-B34770C2AB28}" destId="{00C360E6-79A3-42E5-BF67-768E79835940}" srcOrd="3" destOrd="0" parTransId="{26520A1B-8648-4666-AFA2-6028F78B1990}" sibTransId="{1A45EEFD-89AD-4592-8FBA-F16ED5D5B2DE}"/>
    <dgm:cxn modelId="{8C97E8C1-2F74-4672-8172-0419F4D38EAD}" type="presOf" srcId="{00C360E6-79A3-42E5-BF67-768E79835940}" destId="{9DA2E287-0D53-46ED-A9DF-D0933BEF3FB8}" srcOrd="0" destOrd="0" presId="urn:microsoft.com/office/officeart/2005/8/layout/vList2"/>
    <dgm:cxn modelId="{1180F2F8-E1F4-4D35-A720-81AB03B4C6AD}" type="presOf" srcId="{142C992C-16DD-445E-B234-B34770C2AB28}" destId="{9208BC9E-2D98-48DD-A051-4A15982AA245}" srcOrd="0" destOrd="0" presId="urn:microsoft.com/office/officeart/2005/8/layout/vList2"/>
    <dgm:cxn modelId="{14D531EE-C641-4858-B864-30D2DB1D41EA}" type="presParOf" srcId="{9208BC9E-2D98-48DD-A051-4A15982AA245}" destId="{8F996E3F-3E6B-4AFB-BAE4-8AB272194DCF}" srcOrd="0" destOrd="0" presId="urn:microsoft.com/office/officeart/2005/8/layout/vList2"/>
    <dgm:cxn modelId="{EDF27578-5E9B-4AAE-BC82-EB24B2FE682E}" type="presParOf" srcId="{9208BC9E-2D98-48DD-A051-4A15982AA245}" destId="{A5986F3D-8385-4A2D-A1D3-BC1355814447}" srcOrd="1" destOrd="0" presId="urn:microsoft.com/office/officeart/2005/8/layout/vList2"/>
    <dgm:cxn modelId="{1B5AF986-ED23-4B81-90C5-26E47FDFB946}" type="presParOf" srcId="{9208BC9E-2D98-48DD-A051-4A15982AA245}" destId="{271FF207-272E-470E-B0C9-4C8800E33A35}" srcOrd="2" destOrd="0" presId="urn:microsoft.com/office/officeart/2005/8/layout/vList2"/>
    <dgm:cxn modelId="{56DE7235-DF6D-4EB9-AF8D-EF5E8A964D71}" type="presParOf" srcId="{9208BC9E-2D98-48DD-A051-4A15982AA245}" destId="{7F98C45B-29C7-4952-B0FF-F0E4B06D9EB9}" srcOrd="3" destOrd="0" presId="urn:microsoft.com/office/officeart/2005/8/layout/vList2"/>
    <dgm:cxn modelId="{EFA5868C-2E9B-44BC-BCE3-DC264A084947}" type="presParOf" srcId="{9208BC9E-2D98-48DD-A051-4A15982AA245}" destId="{22E860C1-27BB-4C08-A306-B385F9290E27}" srcOrd="4" destOrd="0" presId="urn:microsoft.com/office/officeart/2005/8/layout/vList2"/>
    <dgm:cxn modelId="{F004CEE3-D3C7-463C-BD49-AB8EAABE2084}" type="presParOf" srcId="{9208BC9E-2D98-48DD-A051-4A15982AA245}" destId="{1B4B8790-D5B1-4FE5-95BC-772BE2258E23}" srcOrd="5" destOrd="0" presId="urn:microsoft.com/office/officeart/2005/8/layout/vList2"/>
    <dgm:cxn modelId="{5ACB216A-2D9C-4D53-9265-CD0C4BA97610}" type="presParOf" srcId="{9208BC9E-2D98-48DD-A051-4A15982AA245}" destId="{9DA2E287-0D53-46ED-A9DF-D0933BEF3FB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B2E4BDB-D4FD-4008-ADEC-718313F6A812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3E62916-FDBC-4370-8712-ECCD45808303}">
      <dgm:prSet/>
      <dgm:spPr/>
      <dgm:t>
        <a:bodyPr/>
        <a:lstStyle/>
        <a:p>
          <a:r>
            <a:rPr lang="en-US"/>
            <a:t>Recommendations:</a:t>
          </a:r>
        </a:p>
      </dgm:t>
    </dgm:pt>
    <dgm:pt modelId="{9B55BAE3-2322-49B3-921C-31ED6D4CA63C}" type="parTrans" cxnId="{850653D7-F3BC-4792-BC70-5C6DE4F216A9}">
      <dgm:prSet/>
      <dgm:spPr/>
      <dgm:t>
        <a:bodyPr/>
        <a:lstStyle/>
        <a:p>
          <a:endParaRPr lang="en-US"/>
        </a:p>
      </dgm:t>
    </dgm:pt>
    <dgm:pt modelId="{65B5C0DF-B7CD-4540-9D65-5910628B4C3F}" type="sibTrans" cxnId="{850653D7-F3BC-4792-BC70-5C6DE4F216A9}">
      <dgm:prSet/>
      <dgm:spPr/>
      <dgm:t>
        <a:bodyPr/>
        <a:lstStyle/>
        <a:p>
          <a:endParaRPr lang="en-US"/>
        </a:p>
      </dgm:t>
    </dgm:pt>
    <dgm:pt modelId="{4FDEA0C4-298C-4E66-8437-1C530EA47C50}">
      <dgm:prSet/>
      <dgm:spPr/>
      <dgm:t>
        <a:bodyPr/>
        <a:lstStyle/>
        <a:p>
          <a:r>
            <a:rPr lang="en-US"/>
            <a:t>• Incentivize long-term contracts</a:t>
          </a:r>
        </a:p>
      </dgm:t>
    </dgm:pt>
    <dgm:pt modelId="{C1D848CD-2FEA-4923-9C83-F110BE182F6F}" type="parTrans" cxnId="{BAB39073-0124-4E71-8F42-EE87688A0D95}">
      <dgm:prSet/>
      <dgm:spPr/>
      <dgm:t>
        <a:bodyPr/>
        <a:lstStyle/>
        <a:p>
          <a:endParaRPr lang="en-US"/>
        </a:p>
      </dgm:t>
    </dgm:pt>
    <dgm:pt modelId="{09505723-2EFA-417B-8DFD-32616839B66D}" type="sibTrans" cxnId="{BAB39073-0124-4E71-8F42-EE87688A0D95}">
      <dgm:prSet/>
      <dgm:spPr/>
      <dgm:t>
        <a:bodyPr/>
        <a:lstStyle/>
        <a:p>
          <a:endParaRPr lang="en-US"/>
        </a:p>
      </dgm:t>
    </dgm:pt>
    <dgm:pt modelId="{E8141217-A444-4690-AEFF-3BF276C6DF8F}">
      <dgm:prSet/>
      <dgm:spPr/>
      <dgm:t>
        <a:bodyPr/>
        <a:lstStyle/>
        <a:p>
          <a:r>
            <a:rPr lang="en-US"/>
            <a:t>• Improve early customer onboarding</a:t>
          </a:r>
        </a:p>
      </dgm:t>
    </dgm:pt>
    <dgm:pt modelId="{9BCC7606-21CF-43FF-BE3C-32F18E3D43E7}" type="parTrans" cxnId="{B5B2B742-EBA7-4E95-978A-122AF39F1C4E}">
      <dgm:prSet/>
      <dgm:spPr/>
      <dgm:t>
        <a:bodyPr/>
        <a:lstStyle/>
        <a:p>
          <a:endParaRPr lang="en-US"/>
        </a:p>
      </dgm:t>
    </dgm:pt>
    <dgm:pt modelId="{3F5B8DAE-FE5F-4CDD-AA99-031DDEA7E1BB}" type="sibTrans" cxnId="{B5B2B742-EBA7-4E95-978A-122AF39F1C4E}">
      <dgm:prSet/>
      <dgm:spPr/>
      <dgm:t>
        <a:bodyPr/>
        <a:lstStyle/>
        <a:p>
          <a:endParaRPr lang="en-US"/>
        </a:p>
      </dgm:t>
    </dgm:pt>
    <dgm:pt modelId="{EBA9F8A8-1F52-4854-8749-D62026B70E72}">
      <dgm:prSet/>
      <dgm:spPr/>
      <dgm:t>
        <a:bodyPr/>
        <a:lstStyle/>
        <a:p>
          <a:r>
            <a:rPr lang="en-US"/>
            <a:t>• Offer targeted pricing &amp; bundles</a:t>
          </a:r>
        </a:p>
      </dgm:t>
    </dgm:pt>
    <dgm:pt modelId="{94F02BE0-6A95-4881-B0C0-070CB1227CB4}" type="parTrans" cxnId="{0E592BD9-DDDC-440F-BE0E-58080521D8E2}">
      <dgm:prSet/>
      <dgm:spPr/>
      <dgm:t>
        <a:bodyPr/>
        <a:lstStyle/>
        <a:p>
          <a:endParaRPr lang="en-US"/>
        </a:p>
      </dgm:t>
    </dgm:pt>
    <dgm:pt modelId="{0EE29FA6-F250-463B-87B9-7F300DCA74A8}" type="sibTrans" cxnId="{0E592BD9-DDDC-440F-BE0E-58080521D8E2}">
      <dgm:prSet/>
      <dgm:spPr/>
      <dgm:t>
        <a:bodyPr/>
        <a:lstStyle/>
        <a:p>
          <a:endParaRPr lang="en-US"/>
        </a:p>
      </dgm:t>
    </dgm:pt>
    <dgm:pt modelId="{88873085-6229-48B6-8CF1-2EEC312CFEF4}">
      <dgm:prSet/>
      <dgm:spPr/>
      <dgm:t>
        <a:bodyPr/>
        <a:lstStyle/>
        <a:p>
          <a:r>
            <a:rPr lang="en-US"/>
            <a:t>• Protect high-value customers</a:t>
          </a:r>
        </a:p>
      </dgm:t>
    </dgm:pt>
    <dgm:pt modelId="{BBDFEE9F-3B80-4817-B02C-F44742976E9B}" type="parTrans" cxnId="{B7A25E5A-C13E-459B-9D79-7CA9759BBAFB}">
      <dgm:prSet/>
      <dgm:spPr/>
      <dgm:t>
        <a:bodyPr/>
        <a:lstStyle/>
        <a:p>
          <a:endParaRPr lang="en-US"/>
        </a:p>
      </dgm:t>
    </dgm:pt>
    <dgm:pt modelId="{108F5DCA-FF2C-4065-BE60-1A0B6FB63754}" type="sibTrans" cxnId="{B7A25E5A-C13E-459B-9D79-7CA9759BBAFB}">
      <dgm:prSet/>
      <dgm:spPr/>
      <dgm:t>
        <a:bodyPr/>
        <a:lstStyle/>
        <a:p>
          <a:endParaRPr lang="en-US"/>
        </a:p>
      </dgm:t>
    </dgm:pt>
    <dgm:pt modelId="{4BFA3BFD-D874-47A5-8BAF-9D0EDCA6AA5A}">
      <dgm:prSet/>
      <dgm:spPr/>
      <dgm:t>
        <a:bodyPr/>
        <a:lstStyle/>
        <a:p>
          <a:r>
            <a:rPr lang="en-US"/>
            <a:t>Expected Impact:</a:t>
          </a:r>
        </a:p>
      </dgm:t>
    </dgm:pt>
    <dgm:pt modelId="{741AD4AA-6779-44DC-8C81-40A637C2CF17}" type="parTrans" cxnId="{2C8E0A7E-06A1-4BE6-AE09-49573276DDAD}">
      <dgm:prSet/>
      <dgm:spPr/>
      <dgm:t>
        <a:bodyPr/>
        <a:lstStyle/>
        <a:p>
          <a:endParaRPr lang="en-US"/>
        </a:p>
      </dgm:t>
    </dgm:pt>
    <dgm:pt modelId="{4B9DD587-C233-4494-AAAD-BD20D13EE36F}" type="sibTrans" cxnId="{2C8E0A7E-06A1-4BE6-AE09-49573276DDAD}">
      <dgm:prSet/>
      <dgm:spPr/>
      <dgm:t>
        <a:bodyPr/>
        <a:lstStyle/>
        <a:p>
          <a:endParaRPr lang="en-US"/>
        </a:p>
      </dgm:t>
    </dgm:pt>
    <dgm:pt modelId="{DED03B41-B822-46E1-8339-0F73E942BDC7}">
      <dgm:prSet/>
      <dgm:spPr/>
      <dgm:t>
        <a:bodyPr/>
        <a:lstStyle/>
        <a:p>
          <a:r>
            <a:rPr lang="en-US"/>
            <a:t>• Lower churn</a:t>
          </a:r>
        </a:p>
      </dgm:t>
    </dgm:pt>
    <dgm:pt modelId="{C69E3776-8CFB-49FF-AC03-46585B3821A5}" type="parTrans" cxnId="{AA34A627-CCD1-47BE-A4EB-7D3BE5700A1A}">
      <dgm:prSet/>
      <dgm:spPr/>
      <dgm:t>
        <a:bodyPr/>
        <a:lstStyle/>
        <a:p>
          <a:endParaRPr lang="en-US"/>
        </a:p>
      </dgm:t>
    </dgm:pt>
    <dgm:pt modelId="{12787DE0-3388-4EFC-B444-AFFA8ACE4C3C}" type="sibTrans" cxnId="{AA34A627-CCD1-47BE-A4EB-7D3BE5700A1A}">
      <dgm:prSet/>
      <dgm:spPr/>
      <dgm:t>
        <a:bodyPr/>
        <a:lstStyle/>
        <a:p>
          <a:endParaRPr lang="en-US"/>
        </a:p>
      </dgm:t>
    </dgm:pt>
    <dgm:pt modelId="{BC8C7E61-F333-4181-AEC4-DA927B254F71}">
      <dgm:prSet/>
      <dgm:spPr/>
      <dgm:t>
        <a:bodyPr/>
        <a:lstStyle/>
        <a:p>
          <a:r>
            <a:rPr lang="en-US"/>
            <a:t>• Higher customer lifetime value</a:t>
          </a:r>
        </a:p>
      </dgm:t>
    </dgm:pt>
    <dgm:pt modelId="{4E5174AA-7DBD-4C7F-A59E-1DD14C923593}" type="parTrans" cxnId="{BDD81682-DDB7-4E91-9D7C-83801BFE80FD}">
      <dgm:prSet/>
      <dgm:spPr/>
      <dgm:t>
        <a:bodyPr/>
        <a:lstStyle/>
        <a:p>
          <a:endParaRPr lang="en-US"/>
        </a:p>
      </dgm:t>
    </dgm:pt>
    <dgm:pt modelId="{4DE7D9C5-A37C-4DF2-A17A-896E15D6F436}" type="sibTrans" cxnId="{BDD81682-DDB7-4E91-9D7C-83801BFE80FD}">
      <dgm:prSet/>
      <dgm:spPr/>
      <dgm:t>
        <a:bodyPr/>
        <a:lstStyle/>
        <a:p>
          <a:endParaRPr lang="en-US"/>
        </a:p>
      </dgm:t>
    </dgm:pt>
    <dgm:pt modelId="{8C850ACA-5C28-4B73-B084-967C224D61B0}">
      <dgm:prSet/>
      <dgm:spPr/>
      <dgm:t>
        <a:bodyPr/>
        <a:lstStyle/>
        <a:p>
          <a:r>
            <a:rPr lang="en-US"/>
            <a:t>• Improved revenue stability</a:t>
          </a:r>
        </a:p>
      </dgm:t>
    </dgm:pt>
    <dgm:pt modelId="{02BD3771-35F9-45EE-B77F-41C471122C95}" type="parTrans" cxnId="{FCA46797-B047-479A-917D-C8DE0CAEADE7}">
      <dgm:prSet/>
      <dgm:spPr/>
      <dgm:t>
        <a:bodyPr/>
        <a:lstStyle/>
        <a:p>
          <a:endParaRPr lang="en-US"/>
        </a:p>
      </dgm:t>
    </dgm:pt>
    <dgm:pt modelId="{B7270BC0-B97E-4BE8-BD5F-18DCFB709D45}" type="sibTrans" cxnId="{FCA46797-B047-479A-917D-C8DE0CAEADE7}">
      <dgm:prSet/>
      <dgm:spPr/>
      <dgm:t>
        <a:bodyPr/>
        <a:lstStyle/>
        <a:p>
          <a:endParaRPr lang="en-US"/>
        </a:p>
      </dgm:t>
    </dgm:pt>
    <dgm:pt modelId="{3A7E32D2-53B2-40F7-821F-6643F159DE18}" type="pres">
      <dgm:prSet presAssocID="{AB2E4BDB-D4FD-4008-ADEC-718313F6A812}" presName="Name0" presStyleCnt="0">
        <dgm:presLayoutVars>
          <dgm:dir/>
          <dgm:resizeHandles val="exact"/>
        </dgm:presLayoutVars>
      </dgm:prSet>
      <dgm:spPr/>
    </dgm:pt>
    <dgm:pt modelId="{87CEB87D-1687-43D8-80E8-92245E726A34}" type="pres">
      <dgm:prSet presAssocID="{AB2E4BDB-D4FD-4008-ADEC-718313F6A812}" presName="cycle" presStyleCnt="0"/>
      <dgm:spPr/>
    </dgm:pt>
    <dgm:pt modelId="{71AB5D28-7E6C-4923-8C59-B49107FFB844}" type="pres">
      <dgm:prSet presAssocID="{13E62916-FDBC-4370-8712-ECCD45808303}" presName="nodeFirstNode" presStyleLbl="node1" presStyleIdx="0" presStyleCnt="9">
        <dgm:presLayoutVars>
          <dgm:bulletEnabled val="1"/>
        </dgm:presLayoutVars>
      </dgm:prSet>
      <dgm:spPr/>
    </dgm:pt>
    <dgm:pt modelId="{6DEB0507-9907-43C1-8393-5A267FB193D1}" type="pres">
      <dgm:prSet presAssocID="{65B5C0DF-B7CD-4540-9D65-5910628B4C3F}" presName="sibTransFirstNode" presStyleLbl="bgShp" presStyleIdx="0" presStyleCnt="1"/>
      <dgm:spPr/>
    </dgm:pt>
    <dgm:pt modelId="{2D441EF8-E913-4939-94D9-5EE53F803406}" type="pres">
      <dgm:prSet presAssocID="{4FDEA0C4-298C-4E66-8437-1C530EA47C50}" presName="nodeFollowingNodes" presStyleLbl="node1" presStyleIdx="1" presStyleCnt="9">
        <dgm:presLayoutVars>
          <dgm:bulletEnabled val="1"/>
        </dgm:presLayoutVars>
      </dgm:prSet>
      <dgm:spPr/>
    </dgm:pt>
    <dgm:pt modelId="{C1C7355F-97E3-4344-8716-C0C622BED2F4}" type="pres">
      <dgm:prSet presAssocID="{E8141217-A444-4690-AEFF-3BF276C6DF8F}" presName="nodeFollowingNodes" presStyleLbl="node1" presStyleIdx="2" presStyleCnt="9">
        <dgm:presLayoutVars>
          <dgm:bulletEnabled val="1"/>
        </dgm:presLayoutVars>
      </dgm:prSet>
      <dgm:spPr/>
    </dgm:pt>
    <dgm:pt modelId="{D7959F5A-5175-4380-B6E9-047B7D9BC24C}" type="pres">
      <dgm:prSet presAssocID="{EBA9F8A8-1F52-4854-8749-D62026B70E72}" presName="nodeFollowingNodes" presStyleLbl="node1" presStyleIdx="3" presStyleCnt="9">
        <dgm:presLayoutVars>
          <dgm:bulletEnabled val="1"/>
        </dgm:presLayoutVars>
      </dgm:prSet>
      <dgm:spPr/>
    </dgm:pt>
    <dgm:pt modelId="{D2393DFB-4EC2-4AA0-AA96-E94F13F5BD50}" type="pres">
      <dgm:prSet presAssocID="{88873085-6229-48B6-8CF1-2EEC312CFEF4}" presName="nodeFollowingNodes" presStyleLbl="node1" presStyleIdx="4" presStyleCnt="9">
        <dgm:presLayoutVars>
          <dgm:bulletEnabled val="1"/>
        </dgm:presLayoutVars>
      </dgm:prSet>
      <dgm:spPr/>
    </dgm:pt>
    <dgm:pt modelId="{B8513BC9-0DCA-40A3-BB9D-5F32CDF0CBC7}" type="pres">
      <dgm:prSet presAssocID="{4BFA3BFD-D874-47A5-8BAF-9D0EDCA6AA5A}" presName="nodeFollowingNodes" presStyleLbl="node1" presStyleIdx="5" presStyleCnt="9">
        <dgm:presLayoutVars>
          <dgm:bulletEnabled val="1"/>
        </dgm:presLayoutVars>
      </dgm:prSet>
      <dgm:spPr/>
    </dgm:pt>
    <dgm:pt modelId="{60FC47B9-7757-4BCC-9930-C321BA7390CB}" type="pres">
      <dgm:prSet presAssocID="{DED03B41-B822-46E1-8339-0F73E942BDC7}" presName="nodeFollowingNodes" presStyleLbl="node1" presStyleIdx="6" presStyleCnt="9">
        <dgm:presLayoutVars>
          <dgm:bulletEnabled val="1"/>
        </dgm:presLayoutVars>
      </dgm:prSet>
      <dgm:spPr/>
    </dgm:pt>
    <dgm:pt modelId="{F2BC81FD-D5B1-4C36-ADE9-C39AE2931952}" type="pres">
      <dgm:prSet presAssocID="{BC8C7E61-F333-4181-AEC4-DA927B254F71}" presName="nodeFollowingNodes" presStyleLbl="node1" presStyleIdx="7" presStyleCnt="9">
        <dgm:presLayoutVars>
          <dgm:bulletEnabled val="1"/>
        </dgm:presLayoutVars>
      </dgm:prSet>
      <dgm:spPr/>
    </dgm:pt>
    <dgm:pt modelId="{E33DD1B1-DD6F-4D43-AC97-E15B64D55E46}" type="pres">
      <dgm:prSet presAssocID="{8C850ACA-5C28-4B73-B084-967C224D61B0}" presName="nodeFollowingNodes" presStyleLbl="node1" presStyleIdx="8" presStyleCnt="9">
        <dgm:presLayoutVars>
          <dgm:bulletEnabled val="1"/>
        </dgm:presLayoutVars>
      </dgm:prSet>
      <dgm:spPr/>
    </dgm:pt>
  </dgm:ptLst>
  <dgm:cxnLst>
    <dgm:cxn modelId="{41CFA014-8B3F-41D0-AA5B-C5EB91A16918}" type="presOf" srcId="{EBA9F8A8-1F52-4854-8749-D62026B70E72}" destId="{D7959F5A-5175-4380-B6E9-047B7D9BC24C}" srcOrd="0" destOrd="0" presId="urn:microsoft.com/office/officeart/2005/8/layout/cycle3"/>
    <dgm:cxn modelId="{AA34A627-CCD1-47BE-A4EB-7D3BE5700A1A}" srcId="{AB2E4BDB-D4FD-4008-ADEC-718313F6A812}" destId="{DED03B41-B822-46E1-8339-0F73E942BDC7}" srcOrd="6" destOrd="0" parTransId="{C69E3776-8CFB-49FF-AC03-46585B3821A5}" sibTransId="{12787DE0-3388-4EFC-B444-AFFA8ACE4C3C}"/>
    <dgm:cxn modelId="{B5B2B742-EBA7-4E95-978A-122AF39F1C4E}" srcId="{AB2E4BDB-D4FD-4008-ADEC-718313F6A812}" destId="{E8141217-A444-4690-AEFF-3BF276C6DF8F}" srcOrd="2" destOrd="0" parTransId="{9BCC7606-21CF-43FF-BE3C-32F18E3D43E7}" sibTransId="{3F5B8DAE-FE5F-4CDD-AA99-031DDEA7E1BB}"/>
    <dgm:cxn modelId="{39528843-1AF0-40FE-89B3-E5D16D6BFBA8}" type="presOf" srcId="{13E62916-FDBC-4370-8712-ECCD45808303}" destId="{71AB5D28-7E6C-4923-8C59-B49107FFB844}" srcOrd="0" destOrd="0" presId="urn:microsoft.com/office/officeart/2005/8/layout/cycle3"/>
    <dgm:cxn modelId="{242EB24C-684C-49E9-980A-F80A876A77C4}" type="presOf" srcId="{AB2E4BDB-D4FD-4008-ADEC-718313F6A812}" destId="{3A7E32D2-53B2-40F7-821F-6643F159DE18}" srcOrd="0" destOrd="0" presId="urn:microsoft.com/office/officeart/2005/8/layout/cycle3"/>
    <dgm:cxn modelId="{E21D856F-C7E4-44E4-82EC-DD572C90C8D4}" type="presOf" srcId="{DED03B41-B822-46E1-8339-0F73E942BDC7}" destId="{60FC47B9-7757-4BCC-9930-C321BA7390CB}" srcOrd="0" destOrd="0" presId="urn:microsoft.com/office/officeart/2005/8/layout/cycle3"/>
    <dgm:cxn modelId="{76C37F51-6A13-4423-B8E8-46E6EB1730B5}" type="presOf" srcId="{BC8C7E61-F333-4181-AEC4-DA927B254F71}" destId="{F2BC81FD-D5B1-4C36-ADE9-C39AE2931952}" srcOrd="0" destOrd="0" presId="urn:microsoft.com/office/officeart/2005/8/layout/cycle3"/>
    <dgm:cxn modelId="{BAB39073-0124-4E71-8F42-EE87688A0D95}" srcId="{AB2E4BDB-D4FD-4008-ADEC-718313F6A812}" destId="{4FDEA0C4-298C-4E66-8437-1C530EA47C50}" srcOrd="1" destOrd="0" parTransId="{C1D848CD-2FEA-4923-9C83-F110BE182F6F}" sibTransId="{09505723-2EFA-417B-8DFD-32616839B66D}"/>
    <dgm:cxn modelId="{A8487559-7A3B-4F86-A93B-EC85F1BBC222}" type="presOf" srcId="{8C850ACA-5C28-4B73-B084-967C224D61B0}" destId="{E33DD1B1-DD6F-4D43-AC97-E15B64D55E46}" srcOrd="0" destOrd="0" presId="urn:microsoft.com/office/officeart/2005/8/layout/cycle3"/>
    <dgm:cxn modelId="{B7A25E5A-C13E-459B-9D79-7CA9759BBAFB}" srcId="{AB2E4BDB-D4FD-4008-ADEC-718313F6A812}" destId="{88873085-6229-48B6-8CF1-2EEC312CFEF4}" srcOrd="4" destOrd="0" parTransId="{BBDFEE9F-3B80-4817-B02C-F44742976E9B}" sibTransId="{108F5DCA-FF2C-4065-BE60-1A0B6FB63754}"/>
    <dgm:cxn modelId="{2C8E0A7E-06A1-4BE6-AE09-49573276DDAD}" srcId="{AB2E4BDB-D4FD-4008-ADEC-718313F6A812}" destId="{4BFA3BFD-D874-47A5-8BAF-9D0EDCA6AA5A}" srcOrd="5" destOrd="0" parTransId="{741AD4AA-6779-44DC-8C81-40A637C2CF17}" sibTransId="{4B9DD587-C233-4494-AAAD-BD20D13EE36F}"/>
    <dgm:cxn modelId="{BDD81682-DDB7-4E91-9D7C-83801BFE80FD}" srcId="{AB2E4BDB-D4FD-4008-ADEC-718313F6A812}" destId="{BC8C7E61-F333-4181-AEC4-DA927B254F71}" srcOrd="7" destOrd="0" parTransId="{4E5174AA-7DBD-4C7F-A59E-1DD14C923593}" sibTransId="{4DE7D9C5-A37C-4DF2-A17A-896E15D6F436}"/>
    <dgm:cxn modelId="{7201A48B-0BF5-4FEF-860C-D58DA7436BA5}" type="presOf" srcId="{65B5C0DF-B7CD-4540-9D65-5910628B4C3F}" destId="{6DEB0507-9907-43C1-8393-5A267FB193D1}" srcOrd="0" destOrd="0" presId="urn:microsoft.com/office/officeart/2005/8/layout/cycle3"/>
    <dgm:cxn modelId="{646BE792-291B-4402-8195-14448D40EB78}" type="presOf" srcId="{4FDEA0C4-298C-4E66-8437-1C530EA47C50}" destId="{2D441EF8-E913-4939-94D9-5EE53F803406}" srcOrd="0" destOrd="0" presId="urn:microsoft.com/office/officeart/2005/8/layout/cycle3"/>
    <dgm:cxn modelId="{FCA46797-B047-479A-917D-C8DE0CAEADE7}" srcId="{AB2E4BDB-D4FD-4008-ADEC-718313F6A812}" destId="{8C850ACA-5C28-4B73-B084-967C224D61B0}" srcOrd="8" destOrd="0" parTransId="{02BD3771-35F9-45EE-B77F-41C471122C95}" sibTransId="{B7270BC0-B97E-4BE8-BD5F-18DCFB709D45}"/>
    <dgm:cxn modelId="{5CF52DA7-9A6B-456B-81A2-F82E8EE9840D}" type="presOf" srcId="{E8141217-A444-4690-AEFF-3BF276C6DF8F}" destId="{C1C7355F-97E3-4344-8716-C0C622BED2F4}" srcOrd="0" destOrd="0" presId="urn:microsoft.com/office/officeart/2005/8/layout/cycle3"/>
    <dgm:cxn modelId="{65BB73C3-021D-4E3A-85B7-17649794DC84}" type="presOf" srcId="{4BFA3BFD-D874-47A5-8BAF-9D0EDCA6AA5A}" destId="{B8513BC9-0DCA-40A3-BB9D-5F32CDF0CBC7}" srcOrd="0" destOrd="0" presId="urn:microsoft.com/office/officeart/2005/8/layout/cycle3"/>
    <dgm:cxn modelId="{850653D7-F3BC-4792-BC70-5C6DE4F216A9}" srcId="{AB2E4BDB-D4FD-4008-ADEC-718313F6A812}" destId="{13E62916-FDBC-4370-8712-ECCD45808303}" srcOrd="0" destOrd="0" parTransId="{9B55BAE3-2322-49B3-921C-31ED6D4CA63C}" sibTransId="{65B5C0DF-B7CD-4540-9D65-5910628B4C3F}"/>
    <dgm:cxn modelId="{0E592BD9-DDDC-440F-BE0E-58080521D8E2}" srcId="{AB2E4BDB-D4FD-4008-ADEC-718313F6A812}" destId="{EBA9F8A8-1F52-4854-8749-D62026B70E72}" srcOrd="3" destOrd="0" parTransId="{94F02BE0-6A95-4881-B0C0-070CB1227CB4}" sibTransId="{0EE29FA6-F250-463B-87B9-7F300DCA74A8}"/>
    <dgm:cxn modelId="{872EB5E0-BF26-4EFE-AE97-305B1E6E6C5B}" type="presOf" srcId="{88873085-6229-48B6-8CF1-2EEC312CFEF4}" destId="{D2393DFB-4EC2-4AA0-AA96-E94F13F5BD50}" srcOrd="0" destOrd="0" presId="urn:microsoft.com/office/officeart/2005/8/layout/cycle3"/>
    <dgm:cxn modelId="{BE2FF0F8-D5AA-447A-B589-4CF0B567DAAC}" type="presParOf" srcId="{3A7E32D2-53B2-40F7-821F-6643F159DE18}" destId="{87CEB87D-1687-43D8-80E8-92245E726A34}" srcOrd="0" destOrd="0" presId="urn:microsoft.com/office/officeart/2005/8/layout/cycle3"/>
    <dgm:cxn modelId="{1639AD20-E619-4509-882D-0A79DDA247BC}" type="presParOf" srcId="{87CEB87D-1687-43D8-80E8-92245E726A34}" destId="{71AB5D28-7E6C-4923-8C59-B49107FFB844}" srcOrd="0" destOrd="0" presId="urn:microsoft.com/office/officeart/2005/8/layout/cycle3"/>
    <dgm:cxn modelId="{E40503D4-E328-4019-8B53-E03BF6E11103}" type="presParOf" srcId="{87CEB87D-1687-43D8-80E8-92245E726A34}" destId="{6DEB0507-9907-43C1-8393-5A267FB193D1}" srcOrd="1" destOrd="0" presId="urn:microsoft.com/office/officeart/2005/8/layout/cycle3"/>
    <dgm:cxn modelId="{7F6FD421-AD05-4380-85AF-63E312551411}" type="presParOf" srcId="{87CEB87D-1687-43D8-80E8-92245E726A34}" destId="{2D441EF8-E913-4939-94D9-5EE53F803406}" srcOrd="2" destOrd="0" presId="urn:microsoft.com/office/officeart/2005/8/layout/cycle3"/>
    <dgm:cxn modelId="{52DD4A91-6E95-44AB-903B-E25E050B704C}" type="presParOf" srcId="{87CEB87D-1687-43D8-80E8-92245E726A34}" destId="{C1C7355F-97E3-4344-8716-C0C622BED2F4}" srcOrd="3" destOrd="0" presId="urn:microsoft.com/office/officeart/2005/8/layout/cycle3"/>
    <dgm:cxn modelId="{6FA93EC1-8BA0-45D8-B3C0-F94FF6CAB562}" type="presParOf" srcId="{87CEB87D-1687-43D8-80E8-92245E726A34}" destId="{D7959F5A-5175-4380-B6E9-047B7D9BC24C}" srcOrd="4" destOrd="0" presId="urn:microsoft.com/office/officeart/2005/8/layout/cycle3"/>
    <dgm:cxn modelId="{F1071B63-6FD0-41BB-ADB3-5F117C2ABAC2}" type="presParOf" srcId="{87CEB87D-1687-43D8-80E8-92245E726A34}" destId="{D2393DFB-4EC2-4AA0-AA96-E94F13F5BD50}" srcOrd="5" destOrd="0" presId="urn:microsoft.com/office/officeart/2005/8/layout/cycle3"/>
    <dgm:cxn modelId="{A17ECDF0-41DE-4C80-81CE-D27CE8273586}" type="presParOf" srcId="{87CEB87D-1687-43D8-80E8-92245E726A34}" destId="{B8513BC9-0DCA-40A3-BB9D-5F32CDF0CBC7}" srcOrd="6" destOrd="0" presId="urn:microsoft.com/office/officeart/2005/8/layout/cycle3"/>
    <dgm:cxn modelId="{39D40317-16CF-4350-8186-147272663CAE}" type="presParOf" srcId="{87CEB87D-1687-43D8-80E8-92245E726A34}" destId="{60FC47B9-7757-4BCC-9930-C321BA7390CB}" srcOrd="7" destOrd="0" presId="urn:microsoft.com/office/officeart/2005/8/layout/cycle3"/>
    <dgm:cxn modelId="{188D03DB-177C-4FA9-A340-397EDCD6E002}" type="presParOf" srcId="{87CEB87D-1687-43D8-80E8-92245E726A34}" destId="{F2BC81FD-D5B1-4C36-ADE9-C39AE2931952}" srcOrd="8" destOrd="0" presId="urn:microsoft.com/office/officeart/2005/8/layout/cycle3"/>
    <dgm:cxn modelId="{60050FAB-014F-454A-A0B4-C46ED377B805}" type="presParOf" srcId="{87CEB87D-1687-43D8-80E8-92245E726A34}" destId="{E33DD1B1-DD6F-4D43-AC97-E15B64D55E46}" srcOrd="9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9E83AD-2519-48EB-BDB6-FDBED23BDA31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788EE6-F2A4-466E-822C-86DD86D9E121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8BACC8-A3B0-4FA9-AC9A-01127D3F56E4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Churn represents a meaningful share of customers</a:t>
          </a:r>
        </a:p>
      </dsp:txBody>
      <dsp:txXfrm>
        <a:off x="25435" y="2456402"/>
        <a:ext cx="1800000" cy="720000"/>
      </dsp:txXfrm>
    </dsp:sp>
    <dsp:sp modelId="{F417FBF1-3623-4A26-AB4C-862BBC9E5D66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5C5930-E4EB-4C0B-B878-E2463936E3B5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9D1AC1-88C5-40BC-BAE2-7CF1FA88654C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Contract type and pricing are primary churn drivers</a:t>
          </a:r>
        </a:p>
      </dsp:txBody>
      <dsp:txXfrm>
        <a:off x="2140435" y="2456402"/>
        <a:ext cx="1800000" cy="720000"/>
      </dsp:txXfrm>
    </dsp:sp>
    <dsp:sp modelId="{2773D712-3FC5-489B-8152-64B1FCAFB8E7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A6E1FF-7541-47A8-8468-F6F7BDD6BD48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278CD3-FC82-48CD-B5B3-553D5C296246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High-value customers are disproportionately churning</a:t>
          </a:r>
        </a:p>
      </dsp:txBody>
      <dsp:txXfrm>
        <a:off x="4255435" y="2456402"/>
        <a:ext cx="1800000" cy="720000"/>
      </dsp:txXfrm>
    </dsp:sp>
    <dsp:sp modelId="{1AB59FCA-E1CB-4A15-AD43-E07F8322182B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24D32C-70D8-4E4C-95B2-558D2079C75F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CFC1BA-CB6C-45E5-98BF-56449FA7D9BB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Targeted retention can significantly improve revenue</a:t>
          </a:r>
        </a:p>
      </dsp:txBody>
      <dsp:txXfrm>
        <a:off x="6370435" y="245640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2EF774-C306-42E3-812F-7B7EBF4B757B}">
      <dsp:nvSpPr>
        <dsp:cNvPr id="0" name=""/>
        <dsp:cNvSpPr/>
      </dsp:nvSpPr>
      <dsp:spPr>
        <a:xfrm>
          <a:off x="0" y="4592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FCECB8-1115-4A00-A51B-B2D6925FE598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D0A362-F7B1-4585-B457-1D148CA2E683}">
      <dsp:nvSpPr>
        <dsp:cNvPr id="0" name=""/>
        <dsp:cNvSpPr/>
      </dsp:nvSpPr>
      <dsp:spPr>
        <a:xfrm>
          <a:off x="1129902" y="4592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company operates in a competitive telecom market.</a:t>
          </a:r>
        </a:p>
      </dsp:txBody>
      <dsp:txXfrm>
        <a:off x="1129902" y="4592"/>
        <a:ext cx="3596298" cy="978270"/>
      </dsp:txXfrm>
    </dsp:sp>
    <dsp:sp modelId="{B0827D0F-52D1-41D0-B602-25334E443BE2}">
      <dsp:nvSpPr>
        <dsp:cNvPr id="0" name=""/>
        <dsp:cNvSpPr/>
      </dsp:nvSpPr>
      <dsp:spPr>
        <a:xfrm>
          <a:off x="0" y="1227431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71495F-4BF3-4FCF-A1AF-FBAC18B019DB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7C938-7CE9-4542-B250-A18CE218F01F}">
      <dsp:nvSpPr>
        <dsp:cNvPr id="0" name=""/>
        <dsp:cNvSpPr/>
      </dsp:nvSpPr>
      <dsp:spPr>
        <a:xfrm>
          <a:off x="1129902" y="1227431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Problem:</a:t>
          </a:r>
        </a:p>
      </dsp:txBody>
      <dsp:txXfrm>
        <a:off x="1129902" y="1227431"/>
        <a:ext cx="3596298" cy="978270"/>
      </dsp:txXfrm>
    </dsp:sp>
    <dsp:sp modelId="{A00E0D46-CDCC-421B-A64B-50974374597F}">
      <dsp:nvSpPr>
        <dsp:cNvPr id="0" name=""/>
        <dsp:cNvSpPr/>
      </dsp:nvSpPr>
      <dsp:spPr>
        <a:xfrm>
          <a:off x="0" y="2450269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39DD83-0C9D-4306-9C13-FED968BE0D74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8DECBB-A689-4AE4-8364-6B5BE2D1EE7C}">
      <dsp:nvSpPr>
        <dsp:cNvPr id="0" name=""/>
        <dsp:cNvSpPr/>
      </dsp:nvSpPr>
      <dsp:spPr>
        <a:xfrm>
          <a:off x="1129902" y="2450269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Customer churn threatens revenue stability.</a:t>
          </a:r>
        </a:p>
      </dsp:txBody>
      <dsp:txXfrm>
        <a:off x="1129902" y="2450269"/>
        <a:ext cx="3596298" cy="978270"/>
      </dsp:txXfrm>
    </dsp:sp>
    <dsp:sp modelId="{35AB9106-9D3F-492D-A864-1766A248310F}">
      <dsp:nvSpPr>
        <dsp:cNvPr id="0" name=""/>
        <dsp:cNvSpPr/>
      </dsp:nvSpPr>
      <dsp:spPr>
        <a:xfrm>
          <a:off x="0" y="3673107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2A536C-7F99-4DA7-855D-4651C713D746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AB6CCC-FA4C-4C14-B8E8-D37DCE035E1E}">
      <dsp:nvSpPr>
        <dsp:cNvPr id="0" name=""/>
        <dsp:cNvSpPr/>
      </dsp:nvSpPr>
      <dsp:spPr>
        <a:xfrm>
          <a:off x="1129902" y="3673107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Objective:</a:t>
          </a:r>
        </a:p>
      </dsp:txBody>
      <dsp:txXfrm>
        <a:off x="1129902" y="3673107"/>
        <a:ext cx="3596298" cy="978270"/>
      </dsp:txXfrm>
    </dsp:sp>
    <dsp:sp modelId="{8D83D491-9BCC-4B7F-BB9D-62B353F6A35C}">
      <dsp:nvSpPr>
        <dsp:cNvPr id="0" name=""/>
        <dsp:cNvSpPr/>
      </dsp:nvSpPr>
      <dsp:spPr>
        <a:xfrm>
          <a:off x="0" y="4895945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7369B-23DC-4BEB-989B-872A739AFA59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317BF-3BBF-4224-8AD5-1C0DEFE2BA05}">
      <dsp:nvSpPr>
        <dsp:cNvPr id="0" name=""/>
        <dsp:cNvSpPr/>
      </dsp:nvSpPr>
      <dsp:spPr>
        <a:xfrm>
          <a:off x="1129902" y="4895945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Identify churn drivers and recommend retention strategies.</a:t>
          </a:r>
        </a:p>
      </dsp:txBody>
      <dsp:txXfrm>
        <a:off x="1129902" y="4895945"/>
        <a:ext cx="3596298" cy="9782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6A3B68-4377-4525-AAE8-E7513AEC8984}">
      <dsp:nvSpPr>
        <dsp:cNvPr id="0" name=""/>
        <dsp:cNvSpPr/>
      </dsp:nvSpPr>
      <dsp:spPr>
        <a:xfrm>
          <a:off x="2039685" y="1230208"/>
          <a:ext cx="4376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7697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46827" y="1273586"/>
        <a:ext cx="23414" cy="4682"/>
      </dsp:txXfrm>
    </dsp:sp>
    <dsp:sp modelId="{B4F4EEFF-00D3-4B13-8A9E-7C6966ADA691}">
      <dsp:nvSpPr>
        <dsp:cNvPr id="0" name=""/>
        <dsp:cNvSpPr/>
      </dsp:nvSpPr>
      <dsp:spPr>
        <a:xfrm>
          <a:off x="5408" y="665104"/>
          <a:ext cx="2036076" cy="1221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769" tIns="104726" rIns="99769" bIns="10472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Customer churn dataset (demographics, services, contracts)</a:t>
          </a:r>
        </a:p>
      </dsp:txBody>
      <dsp:txXfrm>
        <a:off x="5408" y="665104"/>
        <a:ext cx="2036076" cy="1221646"/>
      </dsp:txXfrm>
    </dsp:sp>
    <dsp:sp modelId="{7F3361B0-74E5-4FCF-AC37-91FC417363E1}">
      <dsp:nvSpPr>
        <dsp:cNvPr id="0" name=""/>
        <dsp:cNvSpPr/>
      </dsp:nvSpPr>
      <dsp:spPr>
        <a:xfrm>
          <a:off x="4544060" y="1230208"/>
          <a:ext cx="4376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7697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51201" y="1273586"/>
        <a:ext cx="23414" cy="4682"/>
      </dsp:txXfrm>
    </dsp:sp>
    <dsp:sp modelId="{E6780E7B-42EF-47DE-9A43-949F17AD149A}">
      <dsp:nvSpPr>
        <dsp:cNvPr id="0" name=""/>
        <dsp:cNvSpPr/>
      </dsp:nvSpPr>
      <dsp:spPr>
        <a:xfrm>
          <a:off x="2509783" y="665104"/>
          <a:ext cx="2036076" cy="1221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769" tIns="104726" rIns="99769" bIns="10472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7,043 customers in California</a:t>
          </a:r>
        </a:p>
      </dsp:txBody>
      <dsp:txXfrm>
        <a:off x="2509783" y="665104"/>
        <a:ext cx="2036076" cy="1221646"/>
      </dsp:txXfrm>
    </dsp:sp>
    <dsp:sp modelId="{18C486BD-4BD7-456F-A129-B397D9D36794}">
      <dsp:nvSpPr>
        <dsp:cNvPr id="0" name=""/>
        <dsp:cNvSpPr/>
      </dsp:nvSpPr>
      <dsp:spPr>
        <a:xfrm>
          <a:off x="1023447" y="1884951"/>
          <a:ext cx="5008749" cy="437697"/>
        </a:xfrm>
        <a:custGeom>
          <a:avLst/>
          <a:gdLst/>
          <a:ahLst/>
          <a:cxnLst/>
          <a:rect l="0" t="0" r="0" b="0"/>
          <a:pathLst>
            <a:path>
              <a:moveTo>
                <a:pt x="5008749" y="0"/>
              </a:moveTo>
              <a:lnTo>
                <a:pt x="5008749" y="235948"/>
              </a:lnTo>
              <a:lnTo>
                <a:pt x="0" y="235948"/>
              </a:lnTo>
              <a:lnTo>
                <a:pt x="0" y="437697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02057" y="2101458"/>
        <a:ext cx="251529" cy="4682"/>
      </dsp:txXfrm>
    </dsp:sp>
    <dsp:sp modelId="{E8E31197-10A2-417D-8B1F-F8D10673D41B}">
      <dsp:nvSpPr>
        <dsp:cNvPr id="0" name=""/>
        <dsp:cNvSpPr/>
      </dsp:nvSpPr>
      <dsp:spPr>
        <a:xfrm>
          <a:off x="5014158" y="665104"/>
          <a:ext cx="2036076" cy="1221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769" tIns="104726" rIns="99769" bIns="10472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Preparation steps:</a:t>
          </a:r>
        </a:p>
      </dsp:txBody>
      <dsp:txXfrm>
        <a:off x="5014158" y="665104"/>
        <a:ext cx="2036076" cy="1221646"/>
      </dsp:txXfrm>
    </dsp:sp>
    <dsp:sp modelId="{58E8DB03-D375-4D9E-A4AD-1EB5AD7C269F}">
      <dsp:nvSpPr>
        <dsp:cNvPr id="0" name=""/>
        <dsp:cNvSpPr/>
      </dsp:nvSpPr>
      <dsp:spPr>
        <a:xfrm>
          <a:off x="2039685" y="2920151"/>
          <a:ext cx="4376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7697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46827" y="2963530"/>
        <a:ext cx="23414" cy="4682"/>
      </dsp:txXfrm>
    </dsp:sp>
    <dsp:sp modelId="{5AD9E934-32C3-41E0-845B-D4FCB5B4DE1D}">
      <dsp:nvSpPr>
        <dsp:cNvPr id="0" name=""/>
        <dsp:cNvSpPr/>
      </dsp:nvSpPr>
      <dsp:spPr>
        <a:xfrm>
          <a:off x="5408" y="2355048"/>
          <a:ext cx="2036076" cy="1221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769" tIns="104726" rIns="99769" bIns="10472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Cleaned missing values</a:t>
          </a:r>
        </a:p>
      </dsp:txBody>
      <dsp:txXfrm>
        <a:off x="5408" y="2355048"/>
        <a:ext cx="2036076" cy="1221646"/>
      </dsp:txXfrm>
    </dsp:sp>
    <dsp:sp modelId="{13620D49-D24C-47B9-AD4C-00D9F5A0D02C}">
      <dsp:nvSpPr>
        <dsp:cNvPr id="0" name=""/>
        <dsp:cNvSpPr/>
      </dsp:nvSpPr>
      <dsp:spPr>
        <a:xfrm>
          <a:off x="4544060" y="2920151"/>
          <a:ext cx="4376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7697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51201" y="2963530"/>
        <a:ext cx="23414" cy="4682"/>
      </dsp:txXfrm>
    </dsp:sp>
    <dsp:sp modelId="{FC0FF9F6-5C87-4666-8EA2-7E355F62AA8E}">
      <dsp:nvSpPr>
        <dsp:cNvPr id="0" name=""/>
        <dsp:cNvSpPr/>
      </dsp:nvSpPr>
      <dsp:spPr>
        <a:xfrm>
          <a:off x="2509783" y="2355048"/>
          <a:ext cx="2036076" cy="1221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769" tIns="104726" rIns="99769" bIns="10472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Engineered features (Customer Value)</a:t>
          </a:r>
        </a:p>
      </dsp:txBody>
      <dsp:txXfrm>
        <a:off x="2509783" y="2355048"/>
        <a:ext cx="2036076" cy="1221646"/>
      </dsp:txXfrm>
    </dsp:sp>
    <dsp:sp modelId="{61D498D3-484D-475A-A37B-1F4C1A68F2E6}">
      <dsp:nvSpPr>
        <dsp:cNvPr id="0" name=""/>
        <dsp:cNvSpPr/>
      </dsp:nvSpPr>
      <dsp:spPr>
        <a:xfrm>
          <a:off x="5014158" y="2355048"/>
          <a:ext cx="2036076" cy="12216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769" tIns="104726" rIns="99769" bIns="10472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Prepared data for analysis and visualization</a:t>
          </a:r>
        </a:p>
      </dsp:txBody>
      <dsp:txXfrm>
        <a:off x="5014158" y="2355048"/>
        <a:ext cx="2036076" cy="12216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996E3F-3E6B-4AFB-BAE4-8AB272194DCF}">
      <dsp:nvSpPr>
        <dsp:cNvPr id="0" name=""/>
        <dsp:cNvSpPr/>
      </dsp:nvSpPr>
      <dsp:spPr>
        <a:xfrm>
          <a:off x="0" y="42799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Contract length is the strongest churn driver</a:t>
          </a:r>
        </a:p>
      </dsp:txBody>
      <dsp:txXfrm>
        <a:off x="62141" y="104940"/>
        <a:ext cx="4875842" cy="1148678"/>
      </dsp:txXfrm>
    </dsp:sp>
    <dsp:sp modelId="{271FF207-272E-470E-B0C9-4C8800E33A35}">
      <dsp:nvSpPr>
        <dsp:cNvPr id="0" name=""/>
        <dsp:cNvSpPr/>
      </dsp:nvSpPr>
      <dsp:spPr>
        <a:xfrm>
          <a:off x="0" y="1407919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Early-tenure customers are most vulnerable</a:t>
          </a:r>
        </a:p>
      </dsp:txBody>
      <dsp:txXfrm>
        <a:off x="62141" y="1470060"/>
        <a:ext cx="4875842" cy="1148678"/>
      </dsp:txXfrm>
    </dsp:sp>
    <dsp:sp modelId="{22E860C1-27BB-4C08-A306-B385F9290E27}">
      <dsp:nvSpPr>
        <dsp:cNvPr id="0" name=""/>
        <dsp:cNvSpPr/>
      </dsp:nvSpPr>
      <dsp:spPr>
        <a:xfrm>
          <a:off x="0" y="2773040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Pricing pressure increases churn risk</a:t>
          </a:r>
        </a:p>
      </dsp:txBody>
      <dsp:txXfrm>
        <a:off x="62141" y="2835181"/>
        <a:ext cx="4875842" cy="1148678"/>
      </dsp:txXfrm>
    </dsp:sp>
    <dsp:sp modelId="{9DA2E287-0D53-46ED-A9DF-D0933BEF3FB8}">
      <dsp:nvSpPr>
        <dsp:cNvPr id="0" name=""/>
        <dsp:cNvSpPr/>
      </dsp:nvSpPr>
      <dsp:spPr>
        <a:xfrm>
          <a:off x="0" y="4138160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High-value customer loss drives revenue risk</a:t>
          </a:r>
        </a:p>
      </dsp:txBody>
      <dsp:txXfrm>
        <a:off x="62141" y="4200301"/>
        <a:ext cx="4875842" cy="11486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EB0507-9907-43C1-8393-5A267FB193D1}">
      <dsp:nvSpPr>
        <dsp:cNvPr id="0" name=""/>
        <dsp:cNvSpPr/>
      </dsp:nvSpPr>
      <dsp:spPr>
        <a:xfrm>
          <a:off x="1748554" y="-52525"/>
          <a:ext cx="4732491" cy="4732491"/>
        </a:xfrm>
        <a:prstGeom prst="circularArrow">
          <a:avLst>
            <a:gd name="adj1" fmla="val 5544"/>
            <a:gd name="adj2" fmla="val 330680"/>
            <a:gd name="adj3" fmla="val 14754161"/>
            <a:gd name="adj4" fmla="val 16814945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AB5D28-7E6C-4923-8C59-B49107FFB844}">
      <dsp:nvSpPr>
        <dsp:cNvPr id="0" name=""/>
        <dsp:cNvSpPr/>
      </dsp:nvSpPr>
      <dsp:spPr>
        <a:xfrm>
          <a:off x="3504009" y="319"/>
          <a:ext cx="1221581" cy="610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Recommendations:</a:t>
          </a:r>
        </a:p>
      </dsp:txBody>
      <dsp:txXfrm>
        <a:off x="3533825" y="30135"/>
        <a:ext cx="1161949" cy="551158"/>
      </dsp:txXfrm>
    </dsp:sp>
    <dsp:sp modelId="{2D441EF8-E913-4939-94D9-5EE53F803406}">
      <dsp:nvSpPr>
        <dsp:cNvPr id="0" name=""/>
        <dsp:cNvSpPr/>
      </dsp:nvSpPr>
      <dsp:spPr>
        <a:xfrm>
          <a:off x="4801231" y="472470"/>
          <a:ext cx="1221581" cy="610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Incentivize long-term contracts</a:t>
          </a:r>
        </a:p>
      </dsp:txBody>
      <dsp:txXfrm>
        <a:off x="4831047" y="502286"/>
        <a:ext cx="1161949" cy="551158"/>
      </dsp:txXfrm>
    </dsp:sp>
    <dsp:sp modelId="{C1C7355F-97E3-4344-8716-C0C622BED2F4}">
      <dsp:nvSpPr>
        <dsp:cNvPr id="0" name=""/>
        <dsp:cNvSpPr/>
      </dsp:nvSpPr>
      <dsp:spPr>
        <a:xfrm>
          <a:off x="5491469" y="1667997"/>
          <a:ext cx="1221581" cy="610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Improve early customer onboarding</a:t>
          </a:r>
        </a:p>
      </dsp:txBody>
      <dsp:txXfrm>
        <a:off x="5521285" y="1697813"/>
        <a:ext cx="1161949" cy="551158"/>
      </dsp:txXfrm>
    </dsp:sp>
    <dsp:sp modelId="{D7959F5A-5175-4380-B6E9-047B7D9BC24C}">
      <dsp:nvSpPr>
        <dsp:cNvPr id="0" name=""/>
        <dsp:cNvSpPr/>
      </dsp:nvSpPr>
      <dsp:spPr>
        <a:xfrm>
          <a:off x="5251752" y="3027499"/>
          <a:ext cx="1221581" cy="610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Offer targeted pricing &amp; bundles</a:t>
          </a:r>
        </a:p>
      </dsp:txBody>
      <dsp:txXfrm>
        <a:off x="5281568" y="3057315"/>
        <a:ext cx="1161949" cy="551158"/>
      </dsp:txXfrm>
    </dsp:sp>
    <dsp:sp modelId="{D2393DFB-4EC2-4AA0-AA96-E94F13F5BD50}">
      <dsp:nvSpPr>
        <dsp:cNvPr id="0" name=""/>
        <dsp:cNvSpPr/>
      </dsp:nvSpPr>
      <dsp:spPr>
        <a:xfrm>
          <a:off x="4194247" y="3914852"/>
          <a:ext cx="1221581" cy="610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Protect high-value customers</a:t>
          </a:r>
        </a:p>
      </dsp:txBody>
      <dsp:txXfrm>
        <a:off x="4224063" y="3944668"/>
        <a:ext cx="1161949" cy="551158"/>
      </dsp:txXfrm>
    </dsp:sp>
    <dsp:sp modelId="{B8513BC9-0DCA-40A3-BB9D-5F32CDF0CBC7}">
      <dsp:nvSpPr>
        <dsp:cNvPr id="0" name=""/>
        <dsp:cNvSpPr/>
      </dsp:nvSpPr>
      <dsp:spPr>
        <a:xfrm>
          <a:off x="2813771" y="3914852"/>
          <a:ext cx="1221581" cy="610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Expected Impact:</a:t>
          </a:r>
        </a:p>
      </dsp:txBody>
      <dsp:txXfrm>
        <a:off x="2843587" y="3944668"/>
        <a:ext cx="1161949" cy="551158"/>
      </dsp:txXfrm>
    </dsp:sp>
    <dsp:sp modelId="{60FC47B9-7757-4BCC-9930-C321BA7390CB}">
      <dsp:nvSpPr>
        <dsp:cNvPr id="0" name=""/>
        <dsp:cNvSpPr/>
      </dsp:nvSpPr>
      <dsp:spPr>
        <a:xfrm>
          <a:off x="1756266" y="3027499"/>
          <a:ext cx="1221581" cy="610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Lower churn</a:t>
          </a:r>
        </a:p>
      </dsp:txBody>
      <dsp:txXfrm>
        <a:off x="1786082" y="3057315"/>
        <a:ext cx="1161949" cy="551158"/>
      </dsp:txXfrm>
    </dsp:sp>
    <dsp:sp modelId="{F2BC81FD-D5B1-4C36-ADE9-C39AE2931952}">
      <dsp:nvSpPr>
        <dsp:cNvPr id="0" name=""/>
        <dsp:cNvSpPr/>
      </dsp:nvSpPr>
      <dsp:spPr>
        <a:xfrm>
          <a:off x="1516549" y="1667997"/>
          <a:ext cx="1221581" cy="610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Higher customer lifetime value</a:t>
          </a:r>
        </a:p>
      </dsp:txBody>
      <dsp:txXfrm>
        <a:off x="1546365" y="1697813"/>
        <a:ext cx="1161949" cy="551158"/>
      </dsp:txXfrm>
    </dsp:sp>
    <dsp:sp modelId="{E33DD1B1-DD6F-4D43-AC97-E15B64D55E46}">
      <dsp:nvSpPr>
        <dsp:cNvPr id="0" name=""/>
        <dsp:cNvSpPr/>
      </dsp:nvSpPr>
      <dsp:spPr>
        <a:xfrm>
          <a:off x="2206786" y="472470"/>
          <a:ext cx="1221581" cy="610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Improved revenue stability</a:t>
          </a:r>
        </a:p>
      </dsp:txBody>
      <dsp:txXfrm>
        <a:off x="2236602" y="502286"/>
        <a:ext cx="1161949" cy="5511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148" y="818984"/>
            <a:ext cx="4947184" cy="3268520"/>
          </a:xfrm>
        </p:spPr>
        <p:txBody>
          <a:bodyPr>
            <a:normAutofit/>
          </a:bodyPr>
          <a:lstStyle/>
          <a:p>
            <a:pPr algn="r"/>
            <a:r>
              <a:rPr lang="en-US" sz="4200">
                <a:solidFill>
                  <a:srgbClr val="FFFFFF"/>
                </a:solidFill>
              </a:rPr>
              <a:t>Telecommunications Customer Churn Analysis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8905" y="4797188"/>
            <a:ext cx="4538427" cy="1241828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Standard Business Case Study</a:t>
            </a:r>
          </a:p>
          <a:p>
            <a:pPr algn="r"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7,043 Customers | California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Executive 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50C660-531E-86F2-59AE-370BF6D4D0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169371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chemeClr val="bg1"/>
                </a:solidFill>
              </a:rPr>
              <a:t>Business Context &amp; Problem Statement</a:t>
            </a:r>
          </a:p>
        </p:txBody>
      </p:sp>
      <p:grpSp>
        <p:nvGrpSpPr>
          <p:cNvPr id="48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0" name="Content Placeholder 2">
            <a:extLst>
              <a:ext uri="{FF2B5EF4-FFF2-40B4-BE49-F238E27FC236}">
                <a16:creationId xmlns:a16="http://schemas.microsoft.com/office/drawing/2014/main" id="{33D6EF07-CFF8-A239-4C80-A8A8B82667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209129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8308"/>
            <a:ext cx="4124977" cy="1021424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200">
                <a:solidFill>
                  <a:schemeClr val="bg1"/>
                </a:solidFill>
              </a:rPr>
              <a:t>Data Collection &amp; Preparation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4657" y="1440584"/>
            <a:ext cx="465897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F766B10-9769-D43B-88A3-ACB7756F6A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3940613"/>
              </p:ext>
            </p:extLst>
          </p:nvPr>
        </p:nvGraphicFramePr>
        <p:xfrm>
          <a:off x="1044178" y="1682750"/>
          <a:ext cx="7055644" cy="424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8496" y="323519"/>
            <a:ext cx="3242924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21969" y="806364"/>
            <a:ext cx="2515977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EDA: Customer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21969" y="3703250"/>
            <a:ext cx="1826631" cy="1122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400"/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Churn accounts for a significant portion of the customer base.</a:t>
            </a:r>
          </a:p>
        </p:txBody>
      </p:sp>
      <p:pic>
        <p:nvPicPr>
          <p:cNvPr id="3" name="Picture 2" descr="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418" y="1607492"/>
            <a:ext cx="4203477" cy="36254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8496" y="323519"/>
            <a:ext cx="3242924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21969" y="806364"/>
            <a:ext cx="2515977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EDA: Contract Type &amp;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21969" y="3703250"/>
            <a:ext cx="1826631" cy="1122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400"/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Month-to-month contracts show the highest churn rates.</a:t>
            </a:r>
          </a:p>
        </p:txBody>
      </p:sp>
      <p:pic>
        <p:nvPicPr>
          <p:cNvPr id="3" name="Picture 2" descr="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418" y="1376300"/>
            <a:ext cx="4203477" cy="40878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char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56" y="1555376"/>
            <a:ext cx="4942153" cy="3743680"/>
          </a:xfrm>
          <a:prstGeom prst="rect">
            <a:avLst/>
          </a:prstGeom>
        </p:spPr>
      </p:pic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89" y="623275"/>
            <a:ext cx="300913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9372" y="1056640"/>
            <a:ext cx="2398245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EDA: Pricing &amp;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9372" y="4301656"/>
            <a:ext cx="2029214" cy="7626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400"/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Churned customers pay higher monthly charges.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56" y="1246491"/>
            <a:ext cx="4942153" cy="4361449"/>
          </a:xfrm>
          <a:prstGeom prst="rect">
            <a:avLst/>
          </a:prstGeom>
        </p:spPr>
      </p:pic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89" y="623275"/>
            <a:ext cx="300913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9372" y="1056640"/>
            <a:ext cx="2398245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Finding: High-Value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9372" y="4301656"/>
            <a:ext cx="2029214" cy="7626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400"/>
            </a:pP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High-value customers are disproportionately represented among churned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Key Findings &amp;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BE4C45-746E-0AA5-14F4-C96BB5EE13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896899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Recommendations &amp; Expected 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788FE3-43FC-5680-F158-6C55A5B119C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243</Words>
  <Application>Microsoft Office PowerPoint</Application>
  <PresentationFormat>On-screen Show (4:3)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Telecommunications Customer Churn Analysis</vt:lpstr>
      <vt:lpstr>Executive Summary</vt:lpstr>
      <vt:lpstr>Business Context &amp; Problem Statement</vt:lpstr>
      <vt:lpstr>Data Collection &amp; Preparation</vt:lpstr>
      <vt:lpstr>EDA: Customer Status</vt:lpstr>
      <vt:lpstr>EDA: Contract Type &amp; Churn</vt:lpstr>
      <vt:lpstr>EDA: Pricing &amp; Churn</vt:lpstr>
      <vt:lpstr>Key Finding: High-Value Customers</vt:lpstr>
      <vt:lpstr>Key Findings &amp; Insights</vt:lpstr>
      <vt:lpstr>Recommendations &amp; Expected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digvijay</dc:creator>
  <cp:keywords/>
  <dc:description>generated using python-pptx</dc:description>
  <cp:lastModifiedBy>Digvijay Bhosle</cp:lastModifiedBy>
  <cp:revision>2</cp:revision>
  <dcterms:created xsi:type="dcterms:W3CDTF">2013-01-27T09:14:16Z</dcterms:created>
  <dcterms:modified xsi:type="dcterms:W3CDTF">2026-01-31T12:55:17Z</dcterms:modified>
  <cp:category/>
</cp:coreProperties>
</file>